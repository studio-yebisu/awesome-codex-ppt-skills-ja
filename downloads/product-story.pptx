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9abe9876b4897" /><Relationship Type="http://schemas.openxmlformats.org/officeDocument/2006/relationships/extended-properties" Target="/docProps/app.xml" Id="R60dd573bb7ed4031" /><Relationship Type="http://schemas.openxmlformats.org/officeDocument/2006/relationships/officeDocument" Target="/ppt/presentation.xml" Id="R8340081b9eab4b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5d7ff00ff94a01"/>
  </p:sldMasterIdLst>
  <p:notesMasterIdLst>
    <p:notesMasterId xmlns:r="http://schemas.openxmlformats.org/officeDocument/2006/relationships" r:id="R3dbe48eba85842a6"/>
  </p:notesMasterIdLst>
  <p:sldIdLst>
    <p:sldId xmlns:r="http://schemas.openxmlformats.org/officeDocument/2006/relationships" id="256" r:id="R80c75e406def4bf8"/>
    <p:sldId xmlns:r="http://schemas.openxmlformats.org/officeDocument/2006/relationships" id="257" r:id="Re9e5726dbb414976"/>
    <p:sldId xmlns:r="http://schemas.openxmlformats.org/officeDocument/2006/relationships" id="258" r:id="R0b66e0ad06a64f4b"/>
    <p:sldId xmlns:r="http://schemas.openxmlformats.org/officeDocument/2006/relationships" id="259" r:id="Rb874727f305642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3dcfd998645ac" /><Relationship Type="http://schemas.openxmlformats.org/officeDocument/2006/relationships/slideMaster" Target="/ppt/slideMasters/slideMaster1.xml" Id="R4c5d7ff00ff94a01" /><Relationship Type="http://schemas.openxmlformats.org/officeDocument/2006/relationships/notesMaster" Target="/ppt/notesMasters/notesMaster1.xml" Id="R3dbe48eba85842a6" /><Relationship Type="http://schemas.openxmlformats.org/officeDocument/2006/relationships/presProps" Target="/ppt/presProps.xml" Id="Ra9297e5eae45400c" /><Relationship Type="http://schemas.openxmlformats.org/officeDocument/2006/relationships/tableStyles" Target="/ppt/tableStyles.xml" Id="R411b894af8074370" /><Relationship Type="http://schemas.openxmlformats.org/officeDocument/2006/relationships/slide" Target="/ppt/slides/slide1.xml" Id="R80c75e406def4bf8" /><Relationship Type="http://schemas.openxmlformats.org/officeDocument/2006/relationships/slide" Target="/ppt/slides/slide2.xml" Id="Re9e5726dbb414976" /><Relationship Type="http://schemas.openxmlformats.org/officeDocument/2006/relationships/slide" Target="/ppt/slides/slide3.xml" Id="R0b66e0ad06a64f4b" /><Relationship Type="http://schemas.openxmlformats.org/officeDocument/2006/relationships/slide" Target="/ppt/slides/slide4.xml" Id="Rb874727f3056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03ad00595a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5111794ed4012" /><Relationship Type="http://schemas.openxmlformats.org/officeDocument/2006/relationships/notesMaster" Target="/ppt/notesMasters/notesMaster1.xml" Id="Rae920c24930d4c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93ce7025b54e7f" /><Relationship Type="http://schemas.openxmlformats.org/officeDocument/2006/relationships/notesMaster" Target="/ppt/notesMasters/notesMaster1.xml" Id="Rf5451cffb0534d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72648b353d46b8" /><Relationship Type="http://schemas.openxmlformats.org/officeDocument/2006/relationships/notesMaster" Target="/ppt/notesMasters/notesMaster1.xml" Id="R13cbc35a7f714e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541b9273184b41" /><Relationship Type="http://schemas.openxmlformats.org/officeDocument/2006/relationships/notesMaster" Target="/ppt/notesMasters/notesMaster1.xml" Id="R345300a7c02944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プロダクト説明の構成例です。特定の製品の機能・実績を表すものではありません。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架空のチーム用資料管理ツールを説明する場合の例です。具体的な困りごとを先に示しています。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説明用の操作シナリオです。画面キャプチャや実際に動作するアプリのデモではありません。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製品の価値と次の行動を結びつける説明例。効果は製品や利用環境によって検証します。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f1b2c90a848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1f94ef6054a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e1d63b80c41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37bd7e99349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7fdf4a81147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e6ec2c3eb41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15E78C-2A78-4137-BC49-E134C2EAE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E958E8-B870-401B-8ABA-CE0384FB67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9BAABC-42BE-43EA-9266-AC135DEAA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669869-454B-46DF-B1F5-587579F1B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6AD427-A64E-401F-A92E-E0BA691068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E0944D-3626-410C-B72A-AE96BB8B32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23954-4926-4A1B-9DDF-4D6A128227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31A0D0-D343-4BC3-9ABB-406A44F359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F11320-0CF1-4FB1-92FB-9247ABDF4A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40D59F-76C3-4345-A650-3A7F978EC5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7bf55abd6b4fe7" /><Relationship Type="http://schemas.openxmlformats.org/officeDocument/2006/relationships/slideLayout" Target="/ppt/slideLayouts/slideLayout1.xml" Id="R8a4b9ea4355e43ad" /><Relationship Type="http://schemas.openxmlformats.org/officeDocument/2006/relationships/slideLayout" Target="/ppt/slideLayouts/slideLayout2.xml" Id="R712f0d2cd9234e8c" /><Relationship Type="http://schemas.openxmlformats.org/officeDocument/2006/relationships/slideLayout" Target="/ppt/slideLayouts/slideLayout3.xml" Id="Rde9e85167d954387" /><Relationship Type="http://schemas.openxmlformats.org/officeDocument/2006/relationships/slideLayout" Target="/ppt/slideLayouts/slideLayout4.xml" Id="R543a46d7b4554445" /><Relationship Type="http://schemas.openxmlformats.org/officeDocument/2006/relationships/slideLayout" Target="/ppt/slideLayouts/slideLayout5.xml" Id="R43c92245e0bb423d" /><Relationship Type="http://schemas.openxmlformats.org/officeDocument/2006/relationships/slideLayout" Target="/ppt/slideLayouts/slideLayout6.xml" Id="R2805f89a03dc4f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4b9ea4355e43ad"/>
    <p:sldLayoutId xmlns:r="http://schemas.openxmlformats.org/officeDocument/2006/relationships" id="2147483650" r:id="R712f0d2cd9234e8c"/>
    <p:sldLayoutId xmlns:r="http://schemas.openxmlformats.org/officeDocument/2006/relationships" id="2147483651" r:id="Rde9e85167d954387"/>
    <p:sldLayoutId xmlns:r="http://schemas.openxmlformats.org/officeDocument/2006/relationships" id="2147483652" r:id="R543a46d7b4554445"/>
    <p:sldLayoutId xmlns:r="http://schemas.openxmlformats.org/officeDocument/2006/relationships" id="2147483653" r:id="R43c92245e0bb423d"/>
    <p:sldLayoutId xmlns:r="http://schemas.openxmlformats.org/officeDocument/2006/relationships" id="2147483654" r:id="R2805f89a03dc4f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e342f28ec4928" /><Relationship Type="http://schemas.openxmlformats.org/officeDocument/2006/relationships/notesSlide" Target="/ppt/notesSlides/notesSlide1.xml" Id="Rd1ec068a4575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5aa2c25674004" /><Relationship Type="http://schemas.openxmlformats.org/officeDocument/2006/relationships/notesSlide" Target="/ppt/notesSlides/notesSlide2.xml" Id="Rd4b02f334d34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ce7740e054355" /><Relationship Type="http://schemas.openxmlformats.org/officeDocument/2006/relationships/notesSlide" Target="/ppt/notesSlides/notesSlide3.xml" Id="R7e2d5fbb1c7a44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59a483c6c4041" /><Relationship Type="http://schemas.openxmlformats.org/officeDocument/2006/relationships/notesSlide" Target="/ppt/notesSlides/notesSlide4.xml" Id="R37435dae408044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C3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lement-0-0">
            <a:extLst xmlns:a="http://schemas.openxmlformats.org/drawingml/2006/main">
              <a:ext uri="{FF2B5EF4-FFF2-40B4-BE49-F238E27FC236}">
                <a16:creationId xmlns:a16="http://schemas.microsoft.com/office/drawing/2014/main" id="{03E8907E-34A8-4F28-85EE-626FB836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933"/>
            <a:ext cx="1810512" cy="267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PRODUCT STORY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A32CB03A-13E3-4152-9E18-B4829526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8226"/>
            <a:ext cx="5486400" cy="9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伝わるプロダクト</a:t>
            </a:r>
          </a:p>
        </p:txBody>
      </p:sp>
      <p:sp>
        <p:nvSpPr>
          <p:cNvPr id="3" name="element-1-1">
            <a:extLst xmlns:a="http://schemas.openxmlformats.org/drawingml/2006/main">
              <a:ext uri="{FF2B5EF4-FFF2-40B4-BE49-F238E27FC236}">
                <a16:creationId xmlns:a16="http://schemas.microsoft.com/office/drawing/2014/main" id="{D9BD6D78-80A8-416D-8939-9502237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0726"/>
            <a:ext cx="3543300" cy="9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説明の順番</a:t>
            </a:r>
          </a:p>
        </p:txBody>
      </p:sp>
      <p:sp>
        <p:nvSpPr>
          <p:cNvPr id="4" name="element-2">
            <a:extLst xmlns:a="http://schemas.openxmlformats.org/drawingml/2006/main">
              <a:ext uri="{FF2B5EF4-FFF2-40B4-BE49-F238E27FC236}">
                <a16:creationId xmlns:a16="http://schemas.microsoft.com/office/drawing/2014/main" id="{B9AA9C4D-0E03-4991-AA91-FAB44E78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43075"/>
            <a:ext cx="1952625" cy="2714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lement-3">
            <a:extLst xmlns:a="http://schemas.openxmlformats.org/drawingml/2006/main">
              <a:ext uri="{FF2B5EF4-FFF2-40B4-BE49-F238E27FC236}">
                <a16:creationId xmlns:a16="http://schemas.microsoft.com/office/drawing/2014/main" id="{94B181BE-7E2E-433A-902A-ECC4778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09775"/>
            <a:ext cx="1571625" cy="2085975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6C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lement-4">
            <a:extLst xmlns:a="http://schemas.openxmlformats.org/drawingml/2006/main">
              <a:ext uri="{FF2B5EF4-FFF2-40B4-BE49-F238E27FC236}">
                <a16:creationId xmlns:a16="http://schemas.microsoft.com/office/drawing/2014/main" id="{CD5F4AF2-5188-4A09-9DE4-48F220E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5-0">
            <a:extLst xmlns:a="http://schemas.openxmlformats.org/drawingml/2006/main">
              <a:ext uri="{FF2B5EF4-FFF2-40B4-BE49-F238E27FC236}">
                <a16:creationId xmlns:a16="http://schemas.microsoft.com/office/drawing/2014/main" id="{742C978C-A0EC-4028-AC95-ACA44F1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4435"/>
            <a:ext cx="43053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使う場面から、機能の意味へ。</a:t>
            </a:r>
          </a:p>
        </p:txBody>
      </p:sp>
      <p:sp>
        <p:nvSpPr>
          <p:cNvPr id="8" name="element-6-0">
            <a:extLst xmlns:a="http://schemas.openxmlformats.org/drawingml/2006/main">
              <a:ext uri="{FF2B5EF4-FFF2-40B4-BE49-F238E27FC236}">
                <a16:creationId xmlns:a16="http://schemas.microsoft.com/office/drawing/2014/main" id="{48CB54F7-7BB9-4BA3-817A-0E9BE170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9" name="element-7-0">
            <a:extLst xmlns:a="http://schemas.openxmlformats.org/drawingml/2006/main">
              <a:ext uri="{FF2B5EF4-FFF2-40B4-BE49-F238E27FC236}">
                <a16:creationId xmlns:a16="http://schemas.microsoft.com/office/drawing/2014/main" id="{C882D801-EE7E-4F07-B7DC-17E90DF5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01 / 04</a:t>
            </a:r>
          </a:p>
        </p:txBody>
      </p:sp>
    </p:spTree>
    <p:extLst>
      <p:ext uri="{BB962C8B-B14F-4D97-AF65-F5344CB8AC3E}">
        <p14:creationId xmlns:p14="http://schemas.microsoft.com/office/powerpoint/2010/main" val="419919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C3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0-0">
            <a:extLst xmlns:a="http://schemas.openxmlformats.org/drawingml/2006/main">
              <a:ext uri="{FF2B5EF4-FFF2-40B4-BE49-F238E27FC236}">
                <a16:creationId xmlns:a16="http://schemas.microsoft.com/office/drawing/2014/main" id="{7EDA54E0-5840-457A-BB33-0AC0B21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72896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CONTEXT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532DA359-7509-4702-B443-14DA3EDF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57912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最初に、使う場面を見せる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E42B981F-7B36-4CB9-BDEB-52DDB51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1D"/>
            </a:solidFill>
            <a:prstDash val="solid"/>
          </a:ln>
        </p:spPr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76CF7D97-9993-4523-8D11-79D27E20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3051"/>
            <a:ext cx="1600200" cy="9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誰が</a:t>
            </a:r>
          </a:p>
        </p:txBody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E0EFCAC5-5FB6-464C-A9B3-76B4F399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13051"/>
            <a:ext cx="1600200" cy="9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51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いつ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C4CC917F-FBF3-4E45-A18E-20BF980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41067"/>
            <a:ext cx="2438400" cy="78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何に困る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D832B187-70EF-4FBC-A986-311004CB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6739"/>
            <a:ext cx="2105025" cy="380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チームの担当者</a:t>
            </a:r>
          </a:p>
        </p:txBody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E36DDDCC-2728-4366-8822-FC6D480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26739"/>
            <a:ext cx="1333500" cy="380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会議の前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D1A09A11-A90C-4CFD-9164-3EBABB02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48075"/>
            <a:ext cx="2447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資料の最新版が不明</a:t>
            </a:r>
          </a:p>
        </p:txBody>
      </p:sp>
      <p:sp>
        <p:nvSpPr>
          <p:cNvPr id="10" name="element-9">
            <a:extLst xmlns:a="http://schemas.openxmlformats.org/drawingml/2006/main">
              <a:ext uri="{FF2B5EF4-FFF2-40B4-BE49-F238E27FC236}">
                <a16:creationId xmlns:a16="http://schemas.microsoft.com/office/drawing/2014/main" id="{E2A3387C-AF71-4A3C-B17B-0ACFB280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45148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7097AAE5-C456-48F2-89F3-3F1B9205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0734"/>
            <a:ext cx="6648450" cy="521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状況がわかると、機能を理解しやすい。</a:t>
            </a:r>
          </a:p>
        </p:txBody>
      </p:sp>
      <p:sp>
        <p:nvSpPr>
          <p:cNvPr id="12" name="element-11-0">
            <a:extLst xmlns:a="http://schemas.openxmlformats.org/drawingml/2006/main">
              <a:ext uri="{FF2B5EF4-FFF2-40B4-BE49-F238E27FC236}">
                <a16:creationId xmlns:a16="http://schemas.microsoft.com/office/drawing/2014/main" id="{A06731DF-8DE9-415F-957B-8AC75664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13" name="element-12-0">
            <a:extLst xmlns:a="http://schemas.openxmlformats.org/drawingml/2006/main">
              <a:ext uri="{FF2B5EF4-FFF2-40B4-BE49-F238E27FC236}">
                <a16:creationId xmlns:a16="http://schemas.microsoft.com/office/drawing/2014/main" id="{B768353F-BE84-41AA-96C8-EF0C203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1010733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C3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0-0">
            <a:extLst xmlns:a="http://schemas.openxmlformats.org/drawingml/2006/main">
              <a:ext uri="{FF2B5EF4-FFF2-40B4-BE49-F238E27FC236}">
                <a16:creationId xmlns:a16="http://schemas.microsoft.com/office/drawing/2014/main" id="{77F043D9-A896-42D3-A884-BB3849F2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743712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DEMO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01384D59-2617-46DB-B02A-2116E5BF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5626608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操作の流れを3場面に絞る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548FC169-33F0-4C1D-8403-D8841F28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01D"/>
            </a:solidFill>
            <a:prstDash val="solid"/>
          </a:ln>
        </p:spPr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5912CA08-CC56-488A-A046-B44F5B1E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1517"/>
            <a:ext cx="987552" cy="78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65BAED35-C183-41AC-8FA6-AD320A2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31517"/>
            <a:ext cx="987552" cy="78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0BD7A363-484B-49BC-9FFD-85EE1E93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1517"/>
            <a:ext cx="987552" cy="78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42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1DAC98E2-B4EF-4471-A1A2-CBD2A89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5863"/>
            <a:ext cx="192405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資料を選ぶ</a:t>
            </a:r>
          </a:p>
        </p:txBody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C94122D8-6E08-468A-BDD5-54AFFFFA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75863"/>
            <a:ext cx="192405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変更を見る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442DA40A-3CFD-4000-8715-14E5A531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5863"/>
            <a:ext cx="160020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共有する</a:t>
            </a:r>
          </a:p>
        </p:txBody>
      </p:sp>
      <p:sp>
        <p:nvSpPr>
          <p:cNvPr id="10" name="element-9">
            <a:extLst xmlns:a="http://schemas.openxmlformats.org/drawingml/2006/main">
              <a:ext uri="{FF2B5EF4-FFF2-40B4-BE49-F238E27FC236}">
                <a16:creationId xmlns:a16="http://schemas.microsoft.com/office/drawing/2014/main" id="{B34F6C97-5439-42C1-965D-220A8E56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442912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01D"/>
            </a:solidFill>
            <a:prstDash val="solid"/>
          </a:ln>
        </p:spPr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5C831F12-98C0-4A22-8129-7E3D1943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7666"/>
            <a:ext cx="6819900" cy="535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一度のデモで伝える操作を、絞り込む。</a:t>
            </a:r>
          </a:p>
        </p:txBody>
      </p:sp>
      <p:sp>
        <p:nvSpPr>
          <p:cNvPr id="12" name="element-11-0">
            <a:extLst xmlns:a="http://schemas.openxmlformats.org/drawingml/2006/main">
              <a:ext uri="{FF2B5EF4-FFF2-40B4-BE49-F238E27FC236}">
                <a16:creationId xmlns:a16="http://schemas.microsoft.com/office/drawing/2014/main" id="{4FFC7287-5DD3-4E0D-A017-3C93D794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13" name="element-12-0">
            <a:extLst xmlns:a="http://schemas.openxmlformats.org/drawingml/2006/main">
              <a:ext uri="{FF2B5EF4-FFF2-40B4-BE49-F238E27FC236}">
                <a16:creationId xmlns:a16="http://schemas.microsoft.com/office/drawing/2014/main" id="{DC93114C-63EF-4A6D-8B03-1088BE5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03 / 04</a:t>
            </a:r>
          </a:p>
        </p:txBody>
      </p:sp>
    </p:spTree>
    <p:extLst>
      <p:ext uri="{BB962C8B-B14F-4D97-AF65-F5344CB8AC3E}">
        <p14:creationId xmlns:p14="http://schemas.microsoft.com/office/powerpoint/2010/main" val="1160626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C3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0-0">
            <a:extLst xmlns:a="http://schemas.openxmlformats.org/drawingml/2006/main">
              <a:ext uri="{FF2B5EF4-FFF2-40B4-BE49-F238E27FC236}">
                <a16:creationId xmlns:a16="http://schemas.microsoft.com/office/drawing/2014/main" id="{73C760DE-9B9C-4855-ADE9-0A8A7E70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308"/>
            <a:ext cx="6591300" cy="620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見せた操作を、価値に結びつける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33F5538C-B5EC-4BB8-A0F7-54EEC2B0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5109"/>
            <a:ext cx="3848100" cy="874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変更がわかる</a:t>
            </a:r>
          </a:p>
        </p:txBody>
      </p:sp>
      <p:sp>
        <p:nvSpPr>
          <p:cNvPr id="3" name="element-2-0">
            <a:extLst xmlns:a="http://schemas.openxmlformats.org/drawingml/2006/main">
              <a:ext uri="{FF2B5EF4-FFF2-40B4-BE49-F238E27FC236}">
                <a16:creationId xmlns:a16="http://schemas.microsoft.com/office/drawing/2014/main" id="{79B1C659-9687-4CB1-8D49-446142CA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4492"/>
            <a:ext cx="5029200" cy="437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確認する相手と内容がはっきりする</a:t>
            </a:r>
          </a:p>
        </p:txBody>
      </p:sp>
      <p:sp>
        <p:nvSpPr>
          <p:cNvPr id="4" name="element-3">
            <a:extLst xmlns:a="http://schemas.openxmlformats.org/drawingml/2006/main">
              <a:ext uri="{FF2B5EF4-FFF2-40B4-BE49-F238E27FC236}">
                <a16:creationId xmlns:a16="http://schemas.microsoft.com/office/drawing/2014/main" id="{AAC3CDFF-5AB2-4FA7-BED2-720F04CD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4095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1A89D841-DC9C-4A4C-A4C3-CEEC4370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019"/>
            <a:ext cx="6705600" cy="59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次に試す操作を、ひとつ案内する。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BC8E5C48-676E-4650-B36C-F25500A5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E7088CB2-E848-4DE9-A0AB-06F54A0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0201D"/>
                </a:solidFill>
                <a:latin typeface="Noto Sans JP"/>
                <a:ea typeface="Noto Sans JP"/>
                <a:cs typeface="Noto Sans JP"/>
              </a:rP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205619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2026-10-13T08:14:00.4960000Z</dcterms:created>
  <dcterms:modified xsi:type="dcterms:W3CDTF">2026-10-13T08:14:00.4960000Z</dcterms:modified>
</coreProperties>
</file>