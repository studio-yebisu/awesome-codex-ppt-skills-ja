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19fda070ed4356" /><Relationship Type="http://schemas.openxmlformats.org/officeDocument/2006/relationships/extended-properties" Target="/docProps/app.xml" Id="Re917862441404b52" /><Relationship Type="http://schemas.openxmlformats.org/officeDocument/2006/relationships/officeDocument" Target="/ppt/presentation.xml" Id="R3db9d36512c44f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8592cbe1214f3b"/>
  </p:sldMasterIdLst>
  <p:notesMasterIdLst>
    <p:notesMasterId xmlns:r="http://schemas.openxmlformats.org/officeDocument/2006/relationships" r:id="Rd4f301eb0941407d"/>
  </p:notesMasterIdLst>
  <p:sldIdLst>
    <p:sldId xmlns:r="http://schemas.openxmlformats.org/officeDocument/2006/relationships" id="256" r:id="R7f6894fb2bb346bf"/>
    <p:sldId xmlns:r="http://schemas.openxmlformats.org/officeDocument/2006/relationships" id="257" r:id="Rda3ad2f14f884e50"/>
    <p:sldId xmlns:r="http://schemas.openxmlformats.org/officeDocument/2006/relationships" id="258" r:id="R86d393e572924259"/>
    <p:sldId xmlns:r="http://schemas.openxmlformats.org/officeDocument/2006/relationships" id="259" r:id="R9ec3bab40ff243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eb9f6989b84592" /><Relationship Type="http://schemas.openxmlformats.org/officeDocument/2006/relationships/slideMaster" Target="/ppt/slideMasters/slideMaster1.xml" Id="Rab8592cbe1214f3b" /><Relationship Type="http://schemas.openxmlformats.org/officeDocument/2006/relationships/notesMaster" Target="/ppt/notesMasters/notesMaster1.xml" Id="Rd4f301eb0941407d" /><Relationship Type="http://schemas.openxmlformats.org/officeDocument/2006/relationships/presProps" Target="/ppt/presProps.xml" Id="R1617d8b761c140e9" /><Relationship Type="http://schemas.openxmlformats.org/officeDocument/2006/relationships/tableStyles" Target="/ppt/tableStyles.xml" Id="Re0405d63c61e49fc" /><Relationship Type="http://schemas.openxmlformats.org/officeDocument/2006/relationships/slide" Target="/ppt/slides/slide1.xml" Id="R7f6894fb2bb346bf" /><Relationship Type="http://schemas.openxmlformats.org/officeDocument/2006/relationships/slide" Target="/ppt/slides/slide2.xml" Id="Rda3ad2f14f884e50" /><Relationship Type="http://schemas.openxmlformats.org/officeDocument/2006/relationships/slide" Target="/ppt/slides/slide3.xml" Id="R86d393e572924259" /><Relationship Type="http://schemas.openxmlformats.org/officeDocument/2006/relationships/slide" Target="/ppt/slides/slide4.xml" Id="R9ec3bab40ff243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63db52dbd9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16cd413514289" /><Relationship Type="http://schemas.openxmlformats.org/officeDocument/2006/relationships/notesMaster" Target="/ppt/notesMasters/notesMaster1.xml" Id="Rd9d13c49b78e4f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a273b5875a4f8b" /><Relationship Type="http://schemas.openxmlformats.org/officeDocument/2006/relationships/notesMaster" Target="/ppt/notesMasters/notesMaster1.xml" Id="Re947bb94c48b44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52cabd49a4153" /><Relationship Type="http://schemas.openxmlformats.org/officeDocument/2006/relationships/notesMaster" Target="/ppt/notesMasters/notesMaster1.xml" Id="Raeaa6682e0fa40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a21e9153b34429" /><Relationship Type="http://schemas.openxmlformats.org/officeDocument/2006/relationships/notesMaster" Target="/ppt/notesMasters/notesMaster1.xml" Id="Rfba1e10bed4143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SVGのベクトル要素を、短いフェードと移動で順番に表示する作例です。動画モデルで生成した映像ではありません。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3つの要素をずらして表示します。ブラウザの「動きを減らす」が有効な場合、出現アニメーションは省略します。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カラーとサイズによる強調の説明スライド。多くの要素が同時に動く構成を避けています。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最終フレームを止めて、文字を読める時間を残す作例です。自動再生は最終ページで停止します。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8a08d5b9ae4d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6c08192fb471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aabb4e4a54f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1e82acafd4a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1f34b82734b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cdc6c92ad54d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45E877-6BDE-4756-8CF2-A304BC1A5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AD2041-E67F-4234-8199-0AFC769D089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7D35C5-9048-4005-8CBF-3DC1B17454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D16D78-1275-48A4-96CA-24B512B7F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6D6888-2B68-4523-B688-4FA7178A6F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40140F-2177-4AC4-9C65-7B3BC5A9B9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6DF6B8-4EC3-4EAA-8534-94AFD0FE4B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DA1033-B28A-4A79-A3EE-2A7AC0013E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5E7C52-5637-4248-A00E-2104825916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E47721-F3CB-489C-BDA4-5591DD2F1D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6276722c244a22" /><Relationship Type="http://schemas.openxmlformats.org/officeDocument/2006/relationships/slideLayout" Target="/ppt/slideLayouts/slideLayout1.xml" Id="R932bbb2054014b3f" /><Relationship Type="http://schemas.openxmlformats.org/officeDocument/2006/relationships/slideLayout" Target="/ppt/slideLayouts/slideLayout2.xml" Id="R3fb94e59c9f24e8a" /><Relationship Type="http://schemas.openxmlformats.org/officeDocument/2006/relationships/slideLayout" Target="/ppt/slideLayouts/slideLayout3.xml" Id="Rb5e6b4f3862f4b76" /><Relationship Type="http://schemas.openxmlformats.org/officeDocument/2006/relationships/slideLayout" Target="/ppt/slideLayouts/slideLayout4.xml" Id="R5ec8d62b75a7492a" /><Relationship Type="http://schemas.openxmlformats.org/officeDocument/2006/relationships/slideLayout" Target="/ppt/slideLayouts/slideLayout5.xml" Id="R7ed4ce6593d64018" /><Relationship Type="http://schemas.openxmlformats.org/officeDocument/2006/relationships/slideLayout" Target="/ppt/slideLayouts/slideLayout6.xml" Id="R70d10e4b1a9c4c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2bbb2054014b3f"/>
    <p:sldLayoutId xmlns:r="http://schemas.openxmlformats.org/officeDocument/2006/relationships" id="2147483650" r:id="R3fb94e59c9f24e8a"/>
    <p:sldLayoutId xmlns:r="http://schemas.openxmlformats.org/officeDocument/2006/relationships" id="2147483651" r:id="Rb5e6b4f3862f4b76"/>
    <p:sldLayoutId xmlns:r="http://schemas.openxmlformats.org/officeDocument/2006/relationships" id="2147483652" r:id="R5ec8d62b75a7492a"/>
    <p:sldLayoutId xmlns:r="http://schemas.openxmlformats.org/officeDocument/2006/relationships" id="2147483653" r:id="R7ed4ce6593d64018"/>
    <p:sldLayoutId xmlns:r="http://schemas.openxmlformats.org/officeDocument/2006/relationships" id="2147483654" r:id="R70d10e4b1a9c4c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ebafea9bb4035" /><Relationship Type="http://schemas.openxmlformats.org/officeDocument/2006/relationships/notesSlide" Target="/ppt/notesSlides/notesSlide1.xml" Id="R198e84e9804840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32debe43841f2" /><Relationship Type="http://schemas.openxmlformats.org/officeDocument/2006/relationships/notesSlide" Target="/ppt/notesSlides/notesSlide2.xml" Id="R7551230c489b41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529e466ee4d0f" /><Relationship Type="http://schemas.openxmlformats.org/officeDocument/2006/relationships/notesSlide" Target="/ppt/notesSlides/notesSlide3.xml" Id="R5c3cae4cf55f47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abb6eec1f4885" /><Relationship Type="http://schemas.openxmlformats.org/officeDocument/2006/relationships/notesSlide" Target="/ppt/notesSlides/notesSlide4.xml" Id="Rf6f43480256744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lement-0-0">
            <a:extLst xmlns:a="http://schemas.openxmlformats.org/drawingml/2006/main">
              <a:ext uri="{FF2B5EF4-FFF2-40B4-BE49-F238E27FC236}">
                <a16:creationId xmlns:a16="http://schemas.microsoft.com/office/drawing/2014/main" id="{E138C70C-8037-4AC4-BD06-EBA16D47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3608"/>
            <a:ext cx="2852928" cy="267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DDF569"/>
                </a:solidFill>
                <a:latin typeface="Noto Sans JP"/>
                <a:ea typeface="Noto Sans JP"/>
                <a:cs typeface="Noto Sans JP"/>
              </a:rPr>
              <a:t>MOTION / VECTOR SLIDES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D529CD70-EA1B-4A90-97CA-DEA07F97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741"/>
            <a:ext cx="5334000" cy="1240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6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アイデアが、</a:t>
            </a:r>
          </a:p>
        </p:txBody>
      </p:sp>
      <p:sp>
        <p:nvSpPr>
          <p:cNvPr id="3" name="element-1-1">
            <a:extLst xmlns:a="http://schemas.openxmlformats.org/drawingml/2006/main">
              <a:ext uri="{FF2B5EF4-FFF2-40B4-BE49-F238E27FC236}">
                <a16:creationId xmlns:a16="http://schemas.microsoft.com/office/drawing/2014/main" id="{87F61382-C16F-464B-BD56-A198610A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1216"/>
            <a:ext cx="4495800" cy="1240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6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動きだす。</a:t>
            </a:r>
          </a:p>
        </p:txBody>
      </p:sp>
      <p:sp>
        <p:nvSpPr>
          <p:cNvPr id="4" name="element-2">
            <a:extLst xmlns:a="http://schemas.openxmlformats.org/drawingml/2006/main">
              <a:ext uri="{FF2B5EF4-FFF2-40B4-BE49-F238E27FC236}">
                <a16:creationId xmlns:a16="http://schemas.microsoft.com/office/drawing/2014/main" id="{1DBD6F47-A7AB-49F3-8B3B-7DE62A9D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43025"/>
            <a:ext cx="3505200" cy="3505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F569"/>
            </a:solidFill>
            <a:prstDash val="solid"/>
          </a:ln>
        </p:spPr>
      </p:sp>
      <p:sp>
        <p:nvSpPr>
          <p:cNvPr id="5" name="element-3">
            <a:extLst xmlns:a="http://schemas.openxmlformats.org/drawingml/2006/main">
              <a:ext uri="{FF2B5EF4-FFF2-40B4-BE49-F238E27FC236}">
                <a16:creationId xmlns:a16="http://schemas.microsoft.com/office/drawing/2014/main" id="{F124FB10-9F2F-408A-B964-5056C1E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2514600" cy="2514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F569"/>
            </a:solidFill>
            <a:prstDash val="solid"/>
          </a:ln>
        </p:spPr>
      </p:sp>
      <p:sp>
        <p:nvSpPr>
          <p:cNvPr id="6" name="element-4">
            <a:extLst xmlns:a="http://schemas.openxmlformats.org/drawingml/2006/main">
              <a:ext uri="{FF2B5EF4-FFF2-40B4-BE49-F238E27FC236}">
                <a16:creationId xmlns:a16="http://schemas.microsoft.com/office/drawing/2014/main" id="{781A84E3-1CB0-4532-8E16-2FB98DCF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7172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lement-5-0">
            <a:extLst xmlns:a="http://schemas.openxmlformats.org/drawingml/2006/main">
              <a:ext uri="{FF2B5EF4-FFF2-40B4-BE49-F238E27FC236}">
                <a16:creationId xmlns:a16="http://schemas.microsoft.com/office/drawing/2014/main" id="{F8D13CE1-645A-49F0-ABDE-DE4A8253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4935"/>
            <a:ext cx="48768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文字と図形で、話の順番をつくる。</a:t>
            </a:r>
          </a:p>
        </p:txBody>
      </p:sp>
      <p:sp>
        <p:nvSpPr>
          <p:cNvPr id="8" name="element-6-0">
            <a:extLst xmlns:a="http://schemas.openxmlformats.org/drawingml/2006/main">
              <a:ext uri="{FF2B5EF4-FFF2-40B4-BE49-F238E27FC236}">
                <a16:creationId xmlns:a16="http://schemas.microsoft.com/office/drawing/2014/main" id="{FCAF6D94-5C86-4DB2-B0E0-6D1D5D6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9" name="element-7-0">
            <a:extLst xmlns:a="http://schemas.openxmlformats.org/drawingml/2006/main">
              <a:ext uri="{FF2B5EF4-FFF2-40B4-BE49-F238E27FC236}">
                <a16:creationId xmlns:a16="http://schemas.microsoft.com/office/drawing/2014/main" id="{105806E8-5CC2-438E-9EB9-0A4F038E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01 / 04</a:t>
            </a:r>
          </a:p>
        </p:txBody>
      </p:sp>
    </p:spTree>
    <p:extLst>
      <p:ext uri="{BB962C8B-B14F-4D97-AF65-F5344CB8AC3E}">
        <p14:creationId xmlns:p14="http://schemas.microsoft.com/office/powerpoint/2010/main" val="300599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lement-0-0">
            <a:extLst xmlns:a="http://schemas.openxmlformats.org/drawingml/2006/main">
              <a:ext uri="{FF2B5EF4-FFF2-40B4-BE49-F238E27FC236}">
                <a16:creationId xmlns:a16="http://schemas.microsoft.com/office/drawing/2014/main" id="{48E71D3A-281F-4F24-AE13-7ABACA6B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182624" cy="253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rPr>
              <a:t>SEQUENCE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A32701EA-9E81-411C-83C2-85E98E8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3361"/>
            <a:ext cx="4876800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360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要素を、順番に見せる</a:t>
            </a:r>
          </a:p>
        </p:txBody>
      </p:sp>
      <p:sp>
        <p:nvSpPr>
          <p:cNvPr id="3" name="element-2">
            <a:extLst xmlns:a="http://schemas.openxmlformats.org/drawingml/2006/main">
              <a:ext uri="{FF2B5EF4-FFF2-40B4-BE49-F238E27FC236}">
                <a16:creationId xmlns:a16="http://schemas.microsoft.com/office/drawing/2014/main" id="{5BA22584-1DE0-47E2-BE54-7C3C164D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1857375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F569"/>
            </a:solidFill>
            <a:prstDash val="solid"/>
          </a:ln>
        </p:spPr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7A73E6B0-DA29-40C1-8E74-1267B7D5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6728"/>
            <a:ext cx="2177034" cy="76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① 主張</a:t>
            </a:r>
          </a:p>
        </p:txBody>
      </p:sp>
      <p:sp>
        <p:nvSpPr>
          <p:cNvPr id="5" name="element-4-0">
            <a:extLst xmlns:a="http://schemas.openxmlformats.org/drawingml/2006/main">
              <a:ext uri="{FF2B5EF4-FFF2-40B4-BE49-F238E27FC236}">
                <a16:creationId xmlns:a16="http://schemas.microsoft.com/office/drawing/2014/main" id="{E4C1306A-DEFE-4933-B8D7-27177FF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76728"/>
            <a:ext cx="2177034" cy="76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rPr>
              <a:t>② 図解</a:t>
            </a:r>
          </a:p>
        </p:txBody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E8469DF4-EF71-4488-84CF-AD6D5D3C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76728"/>
            <a:ext cx="2177034" cy="761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40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③ 補足</a:t>
            </a:r>
          </a:p>
        </p:txBody>
      </p:sp>
      <p:sp>
        <p:nvSpPr>
          <p:cNvPr id="7" name="element-6">
            <a:extLst xmlns:a="http://schemas.openxmlformats.org/drawingml/2006/main">
              <a:ext uri="{FF2B5EF4-FFF2-40B4-BE49-F238E27FC236}">
                <a16:creationId xmlns:a16="http://schemas.microsoft.com/office/drawing/2014/main" id="{472749CB-5E23-4411-81C4-ABC9FC9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40767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F569"/>
            </a:solidFill>
            <a:prstDash val="solid"/>
          </a:ln>
        </p:spPr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AE4C0CB1-05BB-439B-9C59-BF3179B6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6523"/>
            <a:ext cx="6991350" cy="549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視線の行き先を、ひとつずつ用意する。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AB0E258D-8D59-4DCA-BD6B-9AF3D7E9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10" name="element-9-0">
            <a:extLst xmlns:a="http://schemas.openxmlformats.org/drawingml/2006/main">
              <a:ext uri="{FF2B5EF4-FFF2-40B4-BE49-F238E27FC236}">
                <a16:creationId xmlns:a16="http://schemas.microsoft.com/office/drawing/2014/main" id="{A6CEC02A-7D8F-4D7A-974D-3994EEBB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02 / 04</a:t>
            </a:r>
          </a:p>
        </p:txBody>
      </p:sp>
    </p:spTree>
    <p:extLst>
      <p:ext uri="{BB962C8B-B14F-4D97-AF65-F5344CB8AC3E}">
        <p14:creationId xmlns:p14="http://schemas.microsoft.com/office/powerpoint/2010/main" val="11313543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lement-0-0">
            <a:extLst xmlns:a="http://schemas.openxmlformats.org/drawingml/2006/main">
              <a:ext uri="{FF2B5EF4-FFF2-40B4-BE49-F238E27FC236}">
                <a16:creationId xmlns:a16="http://schemas.microsoft.com/office/drawing/2014/main" id="{58D89D4E-E882-4779-910F-F296A09E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197"/>
            <a:ext cx="4686300" cy="648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強調は、ひとつに絞る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C0000B11-DE55-4FC9-91A9-CBD36C56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2927"/>
            <a:ext cx="64770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rPr>
              <a:t>色</a:t>
            </a:r>
          </a:p>
        </p:txBody>
      </p:sp>
      <p:sp>
        <p:nvSpPr>
          <p:cNvPr id="3" name="element-2-0">
            <a:extLst xmlns:a="http://schemas.openxmlformats.org/drawingml/2006/main">
              <a:ext uri="{FF2B5EF4-FFF2-40B4-BE49-F238E27FC236}">
                <a16:creationId xmlns:a16="http://schemas.microsoft.com/office/drawing/2014/main" id="{F65EDE71-D8E7-4237-9561-9996994E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8752"/>
            <a:ext cx="133350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rPr>
              <a:t>大きさ</a:t>
            </a:r>
          </a:p>
        </p:txBody>
      </p:sp>
      <p:sp>
        <p:nvSpPr>
          <p:cNvPr id="4" name="element-3-0">
            <a:extLst xmlns:a="http://schemas.openxmlformats.org/drawingml/2006/main">
              <a:ext uri="{FF2B5EF4-FFF2-40B4-BE49-F238E27FC236}">
                <a16:creationId xmlns:a16="http://schemas.microsoft.com/office/drawing/2014/main" id="{C8949CF8-6196-4FC4-88B7-DD7CB5B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4577"/>
            <a:ext cx="99060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9CA895"/>
                </a:solidFill>
                <a:latin typeface="Noto Sans JP"/>
                <a:ea typeface="Noto Sans JP"/>
                <a:cs typeface="Noto Sans JP"/>
              </a:rPr>
              <a:t>動き</a:t>
            </a:r>
          </a:p>
        </p:txBody>
      </p:sp>
      <p:sp>
        <p:nvSpPr>
          <p:cNvPr id="5" name="element-4">
            <a:extLst xmlns:a="http://schemas.openxmlformats.org/drawingml/2006/main">
              <a:ext uri="{FF2B5EF4-FFF2-40B4-BE49-F238E27FC236}">
                <a16:creationId xmlns:a16="http://schemas.microsoft.com/office/drawing/2014/main" id="{AAF3D16D-B9F0-429E-87EA-B1611D34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6953250" cy="3514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lement-5-0">
            <a:extLst xmlns:a="http://schemas.openxmlformats.org/drawingml/2006/main">
              <a:ext uri="{FF2B5EF4-FFF2-40B4-BE49-F238E27FC236}">
                <a16:creationId xmlns:a16="http://schemas.microsoft.com/office/drawing/2014/main" id="{B25F4C62-015E-4507-89A4-7519AF57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305937"/>
            <a:ext cx="4076700" cy="9304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61917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161917"/>
                </a:solidFill>
                <a:latin typeface="Noto Sans JP"/>
                <a:ea typeface="Noto Sans JP"/>
                <a:cs typeface="Noto Sans JP"/>
              </a:defRPr>
            </a:pPr>
            <a:r>
              <a:rPr sz="4950" b="1">
                <a:solidFill>
                  <a:srgbClr val="161917"/>
                </a:solidFill>
                <a:latin typeface="Noto Sans JP"/>
                <a:ea typeface="Noto Sans JP"/>
                <a:cs typeface="Noto Sans JP"/>
              </a:rPr>
              <a:t>伝えたいこと</a:t>
            </a:r>
          </a:p>
        </p:txBody>
      </p:sp>
      <p:sp>
        <p:nvSpPr>
          <p:cNvPr id="7" name="element-6-0">
            <a:extLst xmlns:a="http://schemas.openxmlformats.org/drawingml/2006/main">
              <a:ext uri="{FF2B5EF4-FFF2-40B4-BE49-F238E27FC236}">
                <a16:creationId xmlns:a16="http://schemas.microsoft.com/office/drawing/2014/main" id="{543B32FE-63CE-4428-80F3-72CD5304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2021"/>
            <a:ext cx="5372100" cy="394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大事な要素へ、注意が集まる構成にする。</a:t>
            </a:r>
          </a:p>
        </p:txBody>
      </p:sp>
      <p:sp>
        <p:nvSpPr>
          <p:cNvPr id="8" name="element-7-0">
            <a:extLst xmlns:a="http://schemas.openxmlformats.org/drawingml/2006/main">
              <a:ext uri="{FF2B5EF4-FFF2-40B4-BE49-F238E27FC236}">
                <a16:creationId xmlns:a16="http://schemas.microsoft.com/office/drawing/2014/main" id="{2A8BB963-0C50-45E3-9B2D-C28FE1F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9" name="element-8-0">
            <a:extLst xmlns:a="http://schemas.openxmlformats.org/drawingml/2006/main">
              <a:ext uri="{FF2B5EF4-FFF2-40B4-BE49-F238E27FC236}">
                <a16:creationId xmlns:a16="http://schemas.microsoft.com/office/drawing/2014/main" id="{8402C877-F21A-4470-868F-5AE405D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03 / 04</a:t>
            </a:r>
          </a:p>
        </p:txBody>
      </p:sp>
    </p:spTree>
    <p:extLst>
      <p:ext uri="{BB962C8B-B14F-4D97-AF65-F5344CB8AC3E}">
        <p14:creationId xmlns:p14="http://schemas.microsoft.com/office/powerpoint/2010/main" val="5617057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lement-0-0">
            <a:extLst xmlns:a="http://schemas.openxmlformats.org/drawingml/2006/main">
              <a:ext uri="{FF2B5EF4-FFF2-40B4-BE49-F238E27FC236}">
                <a16:creationId xmlns:a16="http://schemas.microsoft.com/office/drawing/2014/main" id="{1D35DD9A-17CF-4AEE-8ECB-CA25F60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558"/>
            <a:ext cx="1463040" cy="267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DDF569"/>
                </a:solidFill>
                <a:latin typeface="Noto Sans JP"/>
                <a:ea typeface="Noto Sans JP"/>
                <a:cs typeface="Noto Sans JP"/>
              </a:rPr>
              <a:t>LAST FRAME</a:t>
            </a:r>
          </a:p>
        </p:txBody>
      </p:sp>
      <p:sp>
        <p:nvSpPr>
          <p:cNvPr id="2" name="element-1-0">
            <a:extLst xmlns:a="http://schemas.openxmlformats.org/drawingml/2006/main">
              <a:ext uri="{FF2B5EF4-FFF2-40B4-BE49-F238E27FC236}">
                <a16:creationId xmlns:a16="http://schemas.microsoft.com/office/drawing/2014/main" id="{2E13204A-13B8-43EF-AEEC-BEE315C8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7227"/>
            <a:ext cx="3581400" cy="1212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6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最後は、</a:t>
            </a:r>
          </a:p>
        </p:txBody>
      </p:sp>
      <p:sp>
        <p:nvSpPr>
          <p:cNvPr id="3" name="element-1-1">
            <a:extLst xmlns:a="http://schemas.openxmlformats.org/drawingml/2006/main">
              <a:ext uri="{FF2B5EF4-FFF2-40B4-BE49-F238E27FC236}">
                <a16:creationId xmlns:a16="http://schemas.microsoft.com/office/drawing/2014/main" id="{1D986445-D619-4CC7-99F6-D7E88715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4027"/>
            <a:ext cx="5219700" cy="1212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defRPr>
            </a:pPr>
            <a:r>
              <a:rPr sz="6450" b="1">
                <a:solidFill>
                  <a:srgbClr val="F6FAEE"/>
                </a:solidFill>
                <a:latin typeface="Noto Sans JP"/>
                <a:ea typeface="Noto Sans JP"/>
                <a:cs typeface="Noto Sans JP"/>
              </a:rPr>
              <a:t>言葉を残す。</a:t>
            </a:r>
          </a:p>
        </p:txBody>
      </p:sp>
      <p:sp>
        <p:nvSpPr>
          <p:cNvPr id="4" name="element-2">
            <a:extLst xmlns:a="http://schemas.openxmlformats.org/drawingml/2006/main">
              <a:ext uri="{FF2B5EF4-FFF2-40B4-BE49-F238E27FC236}">
                <a16:creationId xmlns:a16="http://schemas.microsoft.com/office/drawing/2014/main" id="{766F7E29-5AF9-44CF-9F6A-7823064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85800" y="50292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F569"/>
            </a:solidFill>
            <a:prstDash val="solid"/>
          </a:ln>
        </p:spPr>
      </p:sp>
      <p:sp>
        <p:nvSpPr>
          <p:cNvPr id="5" name="element-3-0">
            <a:extLst xmlns:a="http://schemas.openxmlformats.org/drawingml/2006/main">
              <a:ext uri="{FF2B5EF4-FFF2-40B4-BE49-F238E27FC236}">
                <a16:creationId xmlns:a16="http://schemas.microsoft.com/office/drawing/2014/main" id="{CC1BBCFD-881B-4E69-AC7D-EDA4E84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3060"/>
            <a:ext cx="54483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DDF569"/>
                </a:solidFill>
                <a:latin typeface="Noto Sans JP"/>
                <a:ea typeface="Noto Sans JP"/>
                <a:cs typeface="Noto Sans JP"/>
              </a:rPr>
              <a:t>読み終えるまで、画面を落ち着かせる。</a:t>
            </a:r>
          </a:p>
        </p:txBody>
      </p:sp>
      <p:sp>
        <p:nvSpPr>
          <p:cNvPr id="6" name="element-4-0">
            <a:extLst xmlns:a="http://schemas.openxmlformats.org/drawingml/2006/main">
              <a:ext uri="{FF2B5EF4-FFF2-40B4-BE49-F238E27FC236}">
                <a16:creationId xmlns:a16="http://schemas.microsoft.com/office/drawing/2014/main" id="{2D09229F-1E6D-418E-9A0C-15FAC51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7262"/>
            <a:ext cx="2932176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Studio Yebisu · オリジナル作例</a:t>
            </a:r>
          </a:p>
        </p:txBody>
      </p:sp>
      <p:sp>
        <p:nvSpPr>
          <p:cNvPr id="7" name="element-5-0">
            <a:extLst xmlns:a="http://schemas.openxmlformats.org/drawingml/2006/main">
              <a:ext uri="{FF2B5EF4-FFF2-40B4-BE49-F238E27FC236}">
                <a16:creationId xmlns:a16="http://schemas.microsoft.com/office/drawing/2014/main" id="{DE105531-C237-4792-A2C0-2F406C24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8648" y="6287262"/>
            <a:ext cx="987552" cy="225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BFCBB8"/>
                </a:solidFill>
                <a:latin typeface="Noto Sans JP"/>
                <a:ea typeface="Noto Sans JP"/>
                <a:cs typeface="Noto Sans JP"/>
              </a:rPr>
              <a:t>04 / 04</a:t>
            </a:r>
          </a:p>
        </p:txBody>
      </p:sp>
    </p:spTree>
    <p:extLst>
      <p:ext uri="{BB962C8B-B14F-4D97-AF65-F5344CB8AC3E}">
        <p14:creationId xmlns:p14="http://schemas.microsoft.com/office/powerpoint/2010/main" val="92202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2026-10-13T08:14:02.7280000Z</dcterms:created>
  <dcterms:modified xsi:type="dcterms:W3CDTF">2026-10-13T08:14:02.7280000Z</dcterms:modified>
</coreProperties>
</file>