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0c32fc880c4f1f" /><Relationship Type="http://schemas.openxmlformats.org/officeDocument/2006/relationships/extended-properties" Target="/docProps/app.xml" Id="R27bceea05e5f4c80" /><Relationship Type="http://schemas.openxmlformats.org/officeDocument/2006/relationships/officeDocument" Target="/ppt/presentation.xml" Id="Rcbab46d3c424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de40e65ae49a6"/>
  </p:sldMasterIdLst>
  <p:notesMasterIdLst>
    <p:notesMasterId xmlns:r="http://schemas.openxmlformats.org/officeDocument/2006/relationships" r:id="Rb0978bba46454c9a"/>
  </p:notesMasterIdLst>
  <p:sldIdLst>
    <p:sldId xmlns:r="http://schemas.openxmlformats.org/officeDocument/2006/relationships" id="256" r:id="Rde55d61146a54467"/>
    <p:sldId xmlns:r="http://schemas.openxmlformats.org/officeDocument/2006/relationships" id="257" r:id="Rcb727b1c1cd74896"/>
    <p:sldId xmlns:r="http://schemas.openxmlformats.org/officeDocument/2006/relationships" id="258" r:id="R1d32a34833554c79"/>
    <p:sldId xmlns:r="http://schemas.openxmlformats.org/officeDocument/2006/relationships" id="259" r:id="R166f44bf397b40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1059ef9ec47b1" /><Relationship Type="http://schemas.openxmlformats.org/officeDocument/2006/relationships/slideMaster" Target="/ppt/slideMasters/slideMaster1.xml" Id="R788de40e65ae49a6" /><Relationship Type="http://schemas.openxmlformats.org/officeDocument/2006/relationships/notesMaster" Target="/ppt/notesMasters/notesMaster1.xml" Id="Rb0978bba46454c9a" /><Relationship Type="http://schemas.openxmlformats.org/officeDocument/2006/relationships/presProps" Target="/ppt/presProps.xml" Id="Rfeb601daa3b944ca" /><Relationship Type="http://schemas.openxmlformats.org/officeDocument/2006/relationships/tableStyles" Target="/ppt/tableStyles.xml" Id="R8b2c9005482443f0" /><Relationship Type="http://schemas.openxmlformats.org/officeDocument/2006/relationships/slide" Target="/ppt/slides/slide1.xml" Id="Rde55d61146a54467" /><Relationship Type="http://schemas.openxmlformats.org/officeDocument/2006/relationships/slide" Target="/ppt/slides/slide2.xml" Id="Rcb727b1c1cd74896" /><Relationship Type="http://schemas.openxmlformats.org/officeDocument/2006/relationships/slide" Target="/ppt/slides/slide3.xml" Id="R1d32a34833554c79" /><Relationship Type="http://schemas.openxmlformats.org/officeDocument/2006/relationships/slide" Target="/ppt/slides/slide4.xml" Id="R166f44bf397b40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d445fe573b48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467eef1b24804" /><Relationship Type="http://schemas.openxmlformats.org/officeDocument/2006/relationships/notesMaster" Target="/ppt/notesMasters/notesMaster1.xml" Id="Rd525b6ffdf73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0eb33b9f8d4712" /><Relationship Type="http://schemas.openxmlformats.org/officeDocument/2006/relationships/notesMaster" Target="/ppt/notesMasters/notesMaster1.xml" Id="R41d3c09eddc440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0e0c11c4254750" /><Relationship Type="http://schemas.openxmlformats.org/officeDocument/2006/relationships/notesMaster" Target="/ppt/notesMasters/notesMaster1.xml" Id="Rdec6ee0a208940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426a353f14321" /><Relationship Type="http://schemas.openxmlformats.org/officeDocument/2006/relationships/notesMaster" Target="/ppt/notesMasters/notesMaster1.xml" Id="R46c51d9cfaa7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架空の社内提案。実績や効果を示す資料ではありません。週次レポートを試行対象に選び、担当者による確認を残す提案です。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社内で許可された情報と環境を使う前提。AIの下書きを人が確認してから使います。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営業日10日の提案スケジュールです。短縮効果などを測定した結果ではありません。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3つの観点を記録し、実測して採用を判断します。成果を保証するものではありません。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ff7bbfc4645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e69226f9a4f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4fbfcd4b04e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01e7e1df84f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729aeb57041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58f1c6ff7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F7CFCB-7F98-4EA4-A521-66DA7200FF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6243EB-3B53-4AFC-BCE5-CB0D449CC6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7DAEF1-A4AC-412A-837D-E76C77975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D03A14-120E-450B-A185-F5BFFA005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0173D8-E295-48EC-9D56-44CA127884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5475C4-44EE-4A68-A8B4-619EF0AC1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363A9E-0740-4EEC-8179-BE83D71FAB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D06433-92A5-461A-9094-F06289BAEA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952829-3943-48B1-A4BC-F6CC8C4D37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165BA4-7594-4DFE-B9BC-EA61D80E24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123e0ff89b46af" /><Relationship Type="http://schemas.openxmlformats.org/officeDocument/2006/relationships/slideLayout" Target="/ppt/slideLayouts/slideLayout1.xml" Id="R1b1925f94e1746a8" /><Relationship Type="http://schemas.openxmlformats.org/officeDocument/2006/relationships/slideLayout" Target="/ppt/slideLayouts/slideLayout2.xml" Id="Rb00b52b551e149c5" /><Relationship Type="http://schemas.openxmlformats.org/officeDocument/2006/relationships/slideLayout" Target="/ppt/slideLayouts/slideLayout3.xml" Id="Rb3bdb2d8e69443ef" /><Relationship Type="http://schemas.openxmlformats.org/officeDocument/2006/relationships/slideLayout" Target="/ppt/slideLayouts/slideLayout4.xml" Id="Rce047eaf608d4086" /><Relationship Type="http://schemas.openxmlformats.org/officeDocument/2006/relationships/slideLayout" Target="/ppt/slideLayouts/slideLayout5.xml" Id="R63e042123f6349c3" /><Relationship Type="http://schemas.openxmlformats.org/officeDocument/2006/relationships/slideLayout" Target="/ppt/slideLayouts/slideLayout6.xml" Id="R6b86eb823c4648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925f94e1746a8"/>
    <p:sldLayoutId xmlns:r="http://schemas.openxmlformats.org/officeDocument/2006/relationships" id="2147483650" r:id="Rb00b52b551e149c5"/>
    <p:sldLayoutId xmlns:r="http://schemas.openxmlformats.org/officeDocument/2006/relationships" id="2147483651" r:id="Rb3bdb2d8e69443ef"/>
    <p:sldLayoutId xmlns:r="http://schemas.openxmlformats.org/officeDocument/2006/relationships" id="2147483652" r:id="Rce047eaf608d4086"/>
    <p:sldLayoutId xmlns:r="http://schemas.openxmlformats.org/officeDocument/2006/relationships" id="2147483653" r:id="R63e042123f6349c3"/>
    <p:sldLayoutId xmlns:r="http://schemas.openxmlformats.org/officeDocument/2006/relationships" id="2147483654" r:id="R6b86eb823c4648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0615436a04727" /><Relationship Type="http://schemas.openxmlformats.org/officeDocument/2006/relationships/notesSlide" Target="/ppt/notesSlides/notesSlide1.xml" Id="R00cbb6e5ef7d49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dd17363f84955" /><Relationship Type="http://schemas.openxmlformats.org/officeDocument/2006/relationships/notesSlide" Target="/ppt/notesSlides/notesSlide2.xml" Id="Rf23d9dfff4fe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ebae79acf455a" /><Relationship Type="http://schemas.openxmlformats.org/officeDocument/2006/relationships/notesSlide" Target="/ppt/notesSlides/notesSlide3.xml" Id="R49101218cdb344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f8f5b6df54f67" /><Relationship Type="http://schemas.openxmlformats.org/officeDocument/2006/relationships/notesSlide" Target="/ppt/notesSlides/notesSlide4.xml" Id="R901c7fbf3bf6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lement-0">
            <a:extLst xmlns:a="http://schemas.openxmlformats.org/drawingml/2006/main">
              <a:ext uri="{FF2B5EF4-FFF2-40B4-BE49-F238E27FC236}">
                <a16:creationId xmlns:a16="http://schemas.microsoft.com/office/drawing/2014/main" id="{C83D9F0C-202A-4155-A19B-CE1DB5C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472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C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9139055E-CEF4-4AF7-9BB0-B35891F7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079"/>
            <a:ext cx="3070860" cy="310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社内提案 / AIの小さな導入</a:t>
            </a:r>
          </a:p>
        </p:txBody>
      </p:sp>
      <p:sp>
        <p:nvSpPr>
          <p:cNvPr id="3" name="element-2-0">
            <a:extLst xmlns:a="http://schemas.openxmlformats.org/drawingml/2006/main">
              <a:ext uri="{FF2B5EF4-FFF2-40B4-BE49-F238E27FC236}">
                <a16:creationId xmlns:a16="http://schemas.microsoft.com/office/drawing/2014/main" id="{C310E49C-B077-4C50-B874-0F0D32B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7662"/>
            <a:ext cx="2819400" cy="93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4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まずは、</a:t>
            </a:r>
          </a:p>
        </p:txBody>
      </p:sp>
      <p:sp>
        <p:nvSpPr>
          <p:cNvPr id="4" name="element-2-1">
            <a:extLst xmlns:a="http://schemas.openxmlformats.org/drawingml/2006/main">
              <a:ext uri="{FF2B5EF4-FFF2-40B4-BE49-F238E27FC236}">
                <a16:creationId xmlns:a16="http://schemas.microsoft.com/office/drawing/2014/main" id="{37B0E0B2-CE0C-42AD-B855-33EE28C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2062"/>
            <a:ext cx="5962650" cy="93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4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週次レポートから。</a:t>
            </a:r>
          </a:p>
        </p:txBody>
      </p:sp>
      <p:sp>
        <p:nvSpPr>
          <p:cNvPr id="5" name="element-3-0">
            <a:extLst xmlns:a="http://schemas.openxmlformats.org/drawingml/2006/main">
              <a:ext uri="{FF2B5EF4-FFF2-40B4-BE49-F238E27FC236}">
                <a16:creationId xmlns:a16="http://schemas.microsoft.com/office/drawing/2014/main" id="{DDC66F89-D516-4332-AC0E-E514C76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5721"/>
            <a:ext cx="32385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集計と下書きを任せて、</a:t>
            </a:r>
          </a:p>
        </p:txBody>
      </p:sp>
      <p:sp>
        <p:nvSpPr>
          <p:cNvPr id="6" name="element-3-1">
            <a:extLst xmlns:a="http://schemas.openxmlformats.org/drawingml/2006/main">
              <a:ext uri="{FF2B5EF4-FFF2-40B4-BE49-F238E27FC236}">
                <a16:creationId xmlns:a16="http://schemas.microsoft.com/office/drawing/2014/main" id="{9547A6CC-AD33-46E8-BA3F-9C65BEF5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4821"/>
            <a:ext cx="35052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確認と判断に時間を使う。</a:t>
            </a:r>
          </a:p>
        </p:txBody>
      </p:sp>
      <p:sp>
        <p:nvSpPr>
          <p:cNvPr id="7" name="element-4-0">
            <a:extLst xmlns:a="http://schemas.openxmlformats.org/drawingml/2006/main">
              <a:ext uri="{FF2B5EF4-FFF2-40B4-BE49-F238E27FC236}">
                <a16:creationId xmlns:a16="http://schemas.microsoft.com/office/drawing/2014/main" id="{D592BAC5-42BA-4749-A6F0-33975D62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51229"/>
            <a:ext cx="2401824" cy="2424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29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9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8" name="element-5-0">
            <a:extLst xmlns:a="http://schemas.openxmlformats.org/drawingml/2006/main">
              <a:ext uri="{FF2B5EF4-FFF2-40B4-BE49-F238E27FC236}">
                <a16:creationId xmlns:a16="http://schemas.microsoft.com/office/drawing/2014/main" id="{F498CC2C-ACB4-410D-9E16-4B4A63F9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21074"/>
            <a:ext cx="1828800" cy="451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4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試す業務を</a:t>
            </a:r>
          </a:p>
        </p:txBody>
      </p:sp>
      <p:sp>
        <p:nvSpPr>
          <p:cNvPr id="9" name="element-5-1">
            <a:extLst xmlns:a="http://schemas.openxmlformats.org/drawingml/2006/main">
              <a:ext uri="{FF2B5EF4-FFF2-40B4-BE49-F238E27FC236}">
                <a16:creationId xmlns:a16="http://schemas.microsoft.com/office/drawing/2014/main" id="{D0E240D8-E66C-4945-B565-6CDB00CD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97324"/>
            <a:ext cx="2133600" cy="451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4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ひとつに絞る</a:t>
            </a:r>
          </a:p>
        </p:txBody>
      </p:sp>
      <p:sp>
        <p:nvSpPr>
          <p:cNvPr id="10" name="element-6-0">
            <a:extLst xmlns:a="http://schemas.openxmlformats.org/drawingml/2006/main">
              <a:ext uri="{FF2B5EF4-FFF2-40B4-BE49-F238E27FC236}">
                <a16:creationId xmlns:a16="http://schemas.microsoft.com/office/drawing/2014/main" id="{2D8F522B-88BD-4938-8BD5-622F06C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133600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導入計画の説明用サンプル</a:t>
            </a:r>
          </a:p>
        </p:txBody>
      </p:sp>
    </p:spTree>
    <p:extLst>
      <p:ext uri="{BB962C8B-B14F-4D97-AF65-F5344CB8AC3E}">
        <p14:creationId xmlns:p14="http://schemas.microsoft.com/office/powerpoint/2010/main" val="15309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0-0">
            <a:extLst xmlns:a="http://schemas.openxmlformats.org/drawingml/2006/main">
              <a:ext uri="{FF2B5EF4-FFF2-40B4-BE49-F238E27FC236}">
                <a16:creationId xmlns:a16="http://schemas.microsoft.com/office/drawing/2014/main" id="{831A32FE-FB46-41A5-AB4B-E579EFB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182624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WORKFLOW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B5B0DBF1-5914-42FD-B14D-5BB9FBC3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44196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36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レポート作成の分担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595A7D6E-3E96-4FA0-8D07-C36C824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CDA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709E473A-B9F7-4F7F-B647-1A69FDD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1057"/>
            <a:ext cx="800100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現在</a:t>
            </a:r>
          </a:p>
        </p:txBody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8ED0E29E-4102-4F6C-AF5A-1F5823A3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0835"/>
            <a:ext cx="483108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25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集計 → 整形 → 下書き → 確認</a:t>
            </a:r>
          </a:p>
        </p:txBody>
      </p:sp>
      <p:sp>
        <p:nvSpPr>
          <p:cNvPr id="6" name="element-5">
            <a:extLst xmlns:a="http://schemas.openxmlformats.org/drawingml/2006/main">
              <a:ext uri="{FF2B5EF4-FFF2-40B4-BE49-F238E27FC236}">
                <a16:creationId xmlns:a16="http://schemas.microsoft.com/office/drawing/2014/main" id="{09022DD4-AED6-4485-A4C3-3C5EF9DF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3619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E4"/>
            </a:solidFill>
            <a:prstDash val="solid"/>
          </a:ln>
        </p:spPr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81EB6D83-CC22-436D-AB02-04F4F97E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0307"/>
            <a:ext cx="1047750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試行案</a:t>
            </a:r>
          </a:p>
        </p:txBody>
      </p:sp>
      <p:sp>
        <p:nvSpPr>
          <p:cNvPr id="8" name="element-7">
            <a:extLst xmlns:a="http://schemas.openxmlformats.org/drawingml/2006/main">
              <a:ext uri="{FF2B5EF4-FFF2-40B4-BE49-F238E27FC236}">
                <a16:creationId xmlns:a16="http://schemas.microsoft.com/office/drawing/2014/main" id="{389BAEC3-7016-4750-A957-31D6775B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5953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43C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4E2E2D32-66DE-43B8-809B-A549F3B9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90110"/>
            <a:ext cx="352806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225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AI：集計・整形・下書き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783C80AD-049A-49B8-B26B-62634576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90110"/>
            <a:ext cx="23050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2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人：確認・判断</a:t>
            </a:r>
          </a:p>
        </p:txBody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35BE6F82-3FAA-4A73-B1A1-3FB43F8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3743"/>
            <a:ext cx="556260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入力に含めてよい情報は、社内のルールで決める。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89A4C993-E935-4121-B127-DBE61889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Studio Yebisu · オリジナル作例</a:t>
            </a:r>
          </a:p>
        </p:txBody>
      </p:sp>
      <p:sp>
        <p:nvSpPr>
          <p:cNvPr id="13" name="element-12-0">
            <a:extLst xmlns:a="http://schemas.openxmlformats.org/drawingml/2006/main">
              <a:ext uri="{FF2B5EF4-FFF2-40B4-BE49-F238E27FC236}">
                <a16:creationId xmlns:a16="http://schemas.microsoft.com/office/drawing/2014/main" id="{DE7597D0-AE7D-4B2D-9F44-86EE6CD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498339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lement-0-0">
            <a:extLst xmlns:a="http://schemas.openxmlformats.org/drawingml/2006/main">
              <a:ext uri="{FF2B5EF4-FFF2-40B4-BE49-F238E27FC236}">
                <a16:creationId xmlns:a16="http://schemas.microsoft.com/office/drawing/2014/main" id="{7DBFF9E4-3EDC-4D40-B94D-B282669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743712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PLAN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31102423-FCB5-4BCE-B55A-0FC21DA6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3797808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36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2週間の試行計画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4D07FC8D-DEDC-4026-A4C7-436D6E57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CDA"/>
            </a:solidFill>
            <a:prstDash val="solid"/>
          </a:ln>
        </p:spPr>
      </p:sp>
      <p:sp>
        <p:nvSpPr>
          <p:cNvPr id="4" name="element-3">
            <a:extLst xmlns:a="http://schemas.openxmlformats.org/drawingml/2006/main">
              <a:ext uri="{FF2B5EF4-FFF2-40B4-BE49-F238E27FC236}">
                <a16:creationId xmlns:a16="http://schemas.microsoft.com/office/drawing/2014/main" id="{E3E6D34B-6130-456B-A602-B9E1530A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" y="3305175"/>
            <a:ext cx="895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CDA"/>
            </a:solidFill>
            <a:prstDash val="solid"/>
          </a:ln>
        </p:spPr>
      </p:sp>
      <p:sp>
        <p:nvSpPr>
          <p:cNvPr id="5" name="element-4">
            <a:extLst xmlns:a="http://schemas.openxmlformats.org/drawingml/2006/main">
              <a:ext uri="{FF2B5EF4-FFF2-40B4-BE49-F238E27FC236}">
                <a16:creationId xmlns:a16="http://schemas.microsoft.com/office/drawing/2014/main" id="{E3C454E7-E179-4022-B15A-0D3A49CF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C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ement-5">
            <a:extLst xmlns:a="http://schemas.openxmlformats.org/drawingml/2006/main">
              <a:ext uri="{FF2B5EF4-FFF2-40B4-BE49-F238E27FC236}">
                <a16:creationId xmlns:a16="http://schemas.microsoft.com/office/drawing/2014/main" id="{A671A897-03A2-40E7-8604-4964C6B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C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6">
            <a:extLst xmlns:a="http://schemas.openxmlformats.org/drawingml/2006/main">
              <a:ext uri="{FF2B5EF4-FFF2-40B4-BE49-F238E27FC236}">
                <a16:creationId xmlns:a16="http://schemas.microsoft.com/office/drawing/2014/main" id="{AB3B1FBB-6489-498A-ADC2-06D88B0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C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6ABEE45C-0050-4A6D-9775-43E9FF7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3546"/>
            <a:ext cx="1446276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1–2日目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10A85F4B-7B00-4BB5-AC0A-874566F0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63546"/>
            <a:ext cx="1446276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3–8日目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923CDDD7-6BAB-4ABB-B030-C4512508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63546"/>
            <a:ext cx="1616964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9–10日目</a:t>
            </a:r>
          </a:p>
        </p:txBody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43E899B0-4907-41AF-852F-275953B6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3424"/>
            <a:ext cx="2133600" cy="451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入力を整える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0C573CAD-2EBD-464F-832E-05006EC0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9793"/>
            <a:ext cx="281940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様式と禁止情報を決める</a:t>
            </a:r>
          </a:p>
        </p:txBody>
      </p:sp>
      <p:sp>
        <p:nvSpPr>
          <p:cNvPr id="13" name="element-12-0">
            <a:extLst xmlns:a="http://schemas.openxmlformats.org/drawingml/2006/main">
              <a:ext uri="{FF2B5EF4-FFF2-40B4-BE49-F238E27FC236}">
                <a16:creationId xmlns:a16="http://schemas.microsoft.com/office/drawing/2014/main" id="{4A33BC4A-837B-41A3-B885-19E093A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73424"/>
            <a:ext cx="2133600" cy="451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下書きを比較</a:t>
            </a:r>
          </a:p>
        </p:txBody>
      </p:sp>
      <p:sp>
        <p:nvSpPr>
          <p:cNvPr id="14" name="element-13-0">
            <a:extLst xmlns:a="http://schemas.openxmlformats.org/drawingml/2006/main">
              <a:ext uri="{FF2B5EF4-FFF2-40B4-BE49-F238E27FC236}">
                <a16:creationId xmlns:a16="http://schemas.microsoft.com/office/drawing/2014/main" id="{BEEF2DAC-C06A-47E3-A290-C5D213D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39793"/>
            <a:ext cx="236220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修正箇所を記録する</a:t>
            </a:r>
          </a:p>
        </p:txBody>
      </p:sp>
      <p:sp>
        <p:nvSpPr>
          <p:cNvPr id="15" name="element-14-0">
            <a:extLst xmlns:a="http://schemas.openxmlformats.org/drawingml/2006/main">
              <a:ext uri="{FF2B5EF4-FFF2-40B4-BE49-F238E27FC236}">
                <a16:creationId xmlns:a16="http://schemas.microsoft.com/office/drawing/2014/main" id="{226C2827-0E4B-4873-B549-440062A1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3424"/>
            <a:ext cx="1828800" cy="451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40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運用を判断</a:t>
            </a:r>
          </a:p>
        </p:txBody>
      </p:sp>
      <p:sp>
        <p:nvSpPr>
          <p:cNvPr id="16" name="element-15-0">
            <a:extLst xmlns:a="http://schemas.openxmlformats.org/drawingml/2006/main">
              <a:ext uri="{FF2B5EF4-FFF2-40B4-BE49-F238E27FC236}">
                <a16:creationId xmlns:a16="http://schemas.microsoft.com/office/drawing/2014/main" id="{33E2C57B-1C0B-49AD-842B-A9E12010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39793"/>
            <a:ext cx="259080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負担と品質を確かめる</a:t>
            </a:r>
          </a:p>
        </p:txBody>
      </p:sp>
      <p:sp>
        <p:nvSpPr>
          <p:cNvPr id="17" name="element-16-0">
            <a:extLst xmlns:a="http://schemas.openxmlformats.org/drawingml/2006/main">
              <a:ext uri="{FF2B5EF4-FFF2-40B4-BE49-F238E27FC236}">
                <a16:creationId xmlns:a16="http://schemas.microsoft.com/office/drawing/2014/main" id="{CE84A898-956B-40A6-8FE9-DA390C74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Studio Yebisu · オリジナル作例</a:t>
            </a:r>
          </a:p>
        </p:txBody>
      </p:sp>
      <p:sp>
        <p:nvSpPr>
          <p:cNvPr id="18" name="element-17-0">
            <a:extLst xmlns:a="http://schemas.openxmlformats.org/drawingml/2006/main">
              <a:ext uri="{FF2B5EF4-FFF2-40B4-BE49-F238E27FC236}">
                <a16:creationId xmlns:a16="http://schemas.microsoft.com/office/drawing/2014/main" id="{A7E843EC-229E-481D-9D0D-89886710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1774841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lement-0-0">
            <a:extLst xmlns:a="http://schemas.openxmlformats.org/drawingml/2006/main">
              <a:ext uri="{FF2B5EF4-FFF2-40B4-BE49-F238E27FC236}">
                <a16:creationId xmlns:a16="http://schemas.microsoft.com/office/drawing/2014/main" id="{E598187A-30D4-4FF7-B573-98A90EC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147"/>
            <a:ext cx="4966716" cy="648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34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採用を決める3つの観点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E0790958-DA40-41D3-A429-47A77F43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1818"/>
            <a:ext cx="1714500" cy="104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品質</a:t>
            </a:r>
          </a:p>
        </p:txBody>
      </p:sp>
      <p:sp>
        <p:nvSpPr>
          <p:cNvPr id="3" name="element-2-0">
            <a:extLst xmlns:a="http://schemas.openxmlformats.org/drawingml/2006/main">
              <a:ext uri="{FF2B5EF4-FFF2-40B4-BE49-F238E27FC236}">
                <a16:creationId xmlns:a16="http://schemas.microsoft.com/office/drawing/2014/main" id="{FAB22074-65E6-4374-9160-66683482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1671"/>
            <a:ext cx="21717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内容は正しいか</a:t>
            </a:r>
          </a:p>
        </p:txBody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EADC12AE-C6C7-4A49-8963-578F0C7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91818"/>
            <a:ext cx="1714500" cy="104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負担</a:t>
            </a:r>
          </a:p>
        </p:txBody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1F9D45D6-9600-4F27-8CA0-C30875F1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1671"/>
            <a:ext cx="21717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修正は減ったか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615F7D63-BF8D-4283-AFB9-AB62F6F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91818"/>
            <a:ext cx="1714500" cy="104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defRPr>
            </a:pPr>
            <a:r>
              <a:rPr sz="5550" b="1">
                <a:solidFill>
                  <a:srgbClr val="243CDA"/>
                </a:solidFill>
                <a:latin typeface="BIZ UDPGothic"/>
                <a:ea typeface="BIZ UDPGothic"/>
                <a:cs typeface="BIZ UDPGothic"/>
              </a:rPr>
              <a:t>継続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AF481703-0B44-4183-83A1-BCB3E72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1671"/>
            <a:ext cx="24384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担当者が使えるか</a:t>
            </a:r>
          </a:p>
        </p:txBody>
      </p:sp>
      <p:sp>
        <p:nvSpPr>
          <p:cNvPr id="8" name="element-7">
            <a:extLst xmlns:a="http://schemas.openxmlformats.org/drawingml/2006/main">
              <a:ext uri="{FF2B5EF4-FFF2-40B4-BE49-F238E27FC236}">
                <a16:creationId xmlns:a16="http://schemas.microsoft.com/office/drawing/2014/main" id="{A0B495E4-4579-40AA-BA1C-40079B3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38385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CDA"/>
            </a:solidFill>
            <a:prstDash val="solid"/>
          </a:ln>
        </p:spPr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3BA97149-87D4-41AC-ABD5-41EFBA0F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97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3750" b="1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小さく試し、運用で判断する。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A8DA2846-0809-4FD2-BF5C-0360F8EB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Studio Yebisu · オリジナル作例</a:t>
            </a:r>
          </a:p>
        </p:txBody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8F547FEA-33D6-4006-8C55-313D7F62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162139"/>
                </a:solidFill>
                <a:latin typeface="BIZ UDPGothic"/>
                <a:ea typeface="BIZ UDPGothic"/>
                <a:cs typeface="BIZ UDPGothic"/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1617751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2026-10-13T08:12:28.2950000Z</dcterms:created>
  <dcterms:modified xsi:type="dcterms:W3CDTF">2026-10-13T08:12:28.2950000Z</dcterms:modified>
</coreProperties>
</file>