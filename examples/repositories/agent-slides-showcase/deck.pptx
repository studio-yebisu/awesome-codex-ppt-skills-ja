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一日ワークショップ企画。原典の1枚企画書として生成。午前10時・正午・午後3時は仮の行程案で開催実績や確定予定ではない。開催日時、人数、会場、材料、安全管理、参加条件は未定。右の関係図は、人・道具・街が場に関わる概念で、時系列や相互契約を意味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[slides-slideuid:s00000001]"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62288" y="0"/>
            <a:ext cx="3029407" cy="6858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01752"/>
            <a:ext cx="81381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200" b="0">
                <a:solidFill>
                  <a:srgbClr val="D9E7F1"/>
                </a:solidFill>
                <a:latin typeface="Manrope"/>
              </a:rPr>
              <a:t>A DAY TO MAKE / CONCEPT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22960"/>
            <a:ext cx="8321040" cy="20848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5200" b="1">
                <a:solidFill>
                  <a:srgbClr val="FFFFFF"/>
                </a:solidFill>
                <a:latin typeface="Zen Kaku Gothic New"/>
              </a:rPr>
              <a:t>土曜日を、</a:t>
            </a:r>
            <a:br/>
            <a:r>
              <a:rPr sz="5200" b="1">
                <a:solidFill>
                  <a:srgbClr val="FFFFFF"/>
                </a:solidFill>
                <a:latin typeface="Zen Kaku Gothic New"/>
              </a:rPr>
              <a:t>街の作業場に。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63240"/>
            <a:ext cx="7973568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0">
                <a:solidFill>
                  <a:srgbClr val="FFFFFF"/>
                </a:solidFill>
                <a:latin typeface="Zen Kaku Gothic New"/>
              </a:rPr>
              <a:t>つくる人も、見る人も。</a:t>
            </a:r>
            <a:br/>
            <a:r>
              <a:rPr sz="2300" b="0">
                <a:solidFill>
                  <a:srgbClr val="FFFFFF"/>
                </a:solidFill>
                <a:latin typeface="Zen Kaku Gothic New"/>
              </a:rPr>
              <a:t>一日だけ、同じ作業台に集まる。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242816"/>
            <a:ext cx="76809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D9E7F1"/>
                </a:solidFill>
                <a:latin typeface="Zen Kaku Gothic New"/>
              </a:rPr>
              <a:t>一日の流れ（仮のプログラム）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24128" y="4846320"/>
            <a:ext cx="6675120" cy="0"/>
          </a:xfrm>
          <a:prstGeom prst="line">
            <a:avLst/>
          </a:prstGeom>
          <a:ln w="21590">
            <a:solidFill>
              <a:srgbClr val="D9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60120" y="4745736"/>
            <a:ext cx="201168" cy="201168"/>
          </a:xfrm>
          <a:prstGeom prst="ellipse">
            <a:avLst/>
          </a:prstGeom>
          <a:solidFill>
            <a:srgbClr val="FF6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102352"/>
            <a:ext cx="23774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6A13"/>
                </a:solidFill>
                <a:latin typeface="Manrope"/>
              </a:rPr>
              <a:t>10:00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541264"/>
            <a:ext cx="242316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FFFFFF"/>
                </a:solidFill>
                <a:latin typeface="Zen Kaku Gothic New"/>
              </a:rPr>
              <a:t>見つける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6035040"/>
            <a:ext cx="244144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D9E7F1"/>
                </a:solidFill>
                <a:latin typeface="Zen Kaku Gothic New"/>
              </a:rPr>
              <a:t>素材とアイデアに触れる</a:t>
            </a:r>
          </a:p>
        </p:txBody>
      </p:sp>
      <p:sp>
        <p:nvSpPr>
          <p:cNvPr id="13" name="Oval 12"/>
          <p:cNvSpPr/>
          <p:nvPr/>
        </p:nvSpPr>
        <p:spPr>
          <a:xfrm>
            <a:off x="3968496" y="4745736"/>
            <a:ext cx="201168" cy="201168"/>
          </a:xfrm>
          <a:prstGeom prst="ellipse">
            <a:avLst/>
          </a:prstGeom>
          <a:solidFill>
            <a:srgbClr val="FF6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5102352"/>
            <a:ext cx="23774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6A13"/>
                </a:solidFill>
                <a:latin typeface="Manrope"/>
              </a:rPr>
              <a:t>12:00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5541264"/>
            <a:ext cx="242316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FFFFFF"/>
                </a:solidFill>
                <a:latin typeface="Zen Kaku Gothic New"/>
              </a:rPr>
              <a:t>つくる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6035040"/>
            <a:ext cx="244144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D9E7F1"/>
                </a:solidFill>
                <a:latin typeface="Zen Kaku Gothic New"/>
              </a:rPr>
              <a:t>試しながら、手を動かす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0" y="4745736"/>
            <a:ext cx="201168" cy="201168"/>
          </a:xfrm>
          <a:prstGeom prst="ellipse">
            <a:avLst/>
          </a:prstGeom>
          <a:solidFill>
            <a:srgbClr val="FF6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5102352"/>
            <a:ext cx="23774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FF6A13"/>
                </a:solidFill>
                <a:latin typeface="Manrope"/>
              </a:rPr>
              <a:t>15:00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5541264"/>
            <a:ext cx="2423160" cy="4206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300" b="1">
                <a:solidFill>
                  <a:srgbClr val="FFFFFF"/>
                </a:solidFill>
                <a:latin typeface="Zen Kaku Gothic New"/>
              </a:rPr>
              <a:t>見せる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6035040"/>
            <a:ext cx="244144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0">
                <a:solidFill>
                  <a:srgbClr val="D9E7F1"/>
                </a:solidFill>
                <a:latin typeface="Zen Kaku Gothic New"/>
              </a:rPr>
              <a:t>途中も完成も、持ち寄る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81838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0">
                <a:solidFill>
                  <a:srgbClr val="D9E7F1"/>
                </a:solidFill>
                <a:latin typeface="Zen Kaku Gothic New"/>
              </a:rPr>
              <a:t>架空の企画 / 開催日時・人数・会場・参加条件は未定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685800"/>
            <a:ext cx="237744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400" b="1">
                <a:solidFill>
                  <a:srgbClr val="102D45"/>
                </a:solidFill>
                <a:latin typeface="Manrope"/>
              </a:rPr>
              <a:t>SATURDAY</a:t>
            </a:r>
            <a:br/>
            <a:r>
              <a:rPr sz="2400" b="1">
                <a:solidFill>
                  <a:srgbClr val="102D45"/>
                </a:solidFill>
                <a:latin typeface="Manrope"/>
              </a:rPr>
              <a:t>WORKSHOP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1856231"/>
            <a:ext cx="2331720" cy="5120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1">
                <a:solidFill>
                  <a:srgbClr val="102D45"/>
                </a:solidFill>
                <a:latin typeface="Zen Kaku Gothic New"/>
              </a:rPr>
              <a:t>街に、ひらく。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487168"/>
            <a:ext cx="2423160" cy="7955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>
                <a:solidFill>
                  <a:srgbClr val="102D45"/>
                </a:solidFill>
                <a:latin typeface="Zen Kaku Gothic New"/>
              </a:rPr>
              <a:t>人・道具・街が</a:t>
            </a:r>
            <a:br/>
            <a:r>
              <a:rPr sz="2000" b="0">
                <a:solidFill>
                  <a:srgbClr val="102D45"/>
                </a:solidFill>
                <a:latin typeface="Zen Kaku Gothic New"/>
              </a:rPr>
              <a:t>出会う一日。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9866376" y="3858768"/>
            <a:ext cx="768096" cy="740664"/>
          </a:xfrm>
          <a:prstGeom prst="line">
            <a:avLst/>
          </a:prstGeom>
          <a:ln w="22860">
            <a:solidFill>
              <a:srgbClr val="10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634472" y="3858768"/>
            <a:ext cx="813816" cy="740664"/>
          </a:xfrm>
          <a:prstGeom prst="line">
            <a:avLst/>
          </a:prstGeom>
          <a:ln w="22860">
            <a:solidFill>
              <a:srgbClr val="10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634472" y="4599432"/>
            <a:ext cx="0" cy="1097280"/>
          </a:xfrm>
          <a:prstGeom prst="line">
            <a:avLst/>
          </a:prstGeom>
          <a:ln w="22860">
            <a:solidFill>
              <a:srgbClr val="102D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113264" y="4133087"/>
            <a:ext cx="1042415" cy="1042415"/>
          </a:xfrm>
          <a:prstGeom prst="ellipse">
            <a:avLst/>
          </a:prstGeom>
          <a:solidFill>
            <a:srgbClr val="10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37192" y="3529584"/>
            <a:ext cx="667512" cy="6675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091672" y="3529584"/>
            <a:ext cx="667512" cy="6675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05288" y="5367528"/>
            <a:ext cx="667512" cy="6675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32720" y="4379976"/>
            <a:ext cx="603504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FFFFFF"/>
                </a:solidFill>
                <a:latin typeface="Zen Kaku Gothic New"/>
              </a:rPr>
              <a:t>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5208" y="3694176"/>
            <a:ext cx="4754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02D45"/>
                </a:solidFill>
                <a:latin typeface="Zen Kaku Gothic New"/>
              </a:rPr>
              <a:t>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3712463"/>
            <a:ext cx="594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300" b="1">
                <a:solidFill>
                  <a:srgbClr val="102D45"/>
                </a:solidFill>
                <a:latin typeface="Zen Kaku Gothic New"/>
              </a:rPr>
              <a:t>道具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3304" y="5522976"/>
            <a:ext cx="4754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102D45"/>
                </a:solidFill>
                <a:latin typeface="Zen Kaku Gothic New"/>
              </a:rPr>
              <a:t>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6336" y="6327648"/>
            <a:ext cx="23317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800" b="0">
                <a:solidFill>
                  <a:srgbClr val="102D45"/>
                </a:solidFill>
                <a:latin typeface="Manrope"/>
              </a:rPr>
              <a:t>PLAN / NOT AN ACTUAL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土曜日を、街の作業場に。</dc:title>
  <dc:subject>架空の一日ワークショップ企画</dc:subject>
  <dc:creator>Studio Yebisu</dc:creator>
  <cp:keywords>fictional concept; original agent-slides native operations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