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orkshop Cover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Cover Band"/>
          <p:cNvSpPr/>
          <p:nvPr userDrawn="1"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Cover Rule"/>
          <p:cNvSpPr/>
          <p:nvPr userDrawn="1"/>
        </p:nvSpPr>
        <p:spPr>
          <a:xfrm>
            <a:off x="5547208" y="4087368"/>
            <a:ext cx="1097280" cy="64008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6" name="Workshop Cover Label"/>
          <p:cNvSpPr txBox="1"/>
          <p:nvPr userDrawn="1"/>
        </p:nvSpPr>
        <p:spPr>
          <a:xfrm>
            <a:off x="2026768" y="566928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Cover Title"/>
          <p:cNvSpPr>
            <a:spLocks noGrp="1"/>
          </p:cNvSpPr>
          <p:nvPr>
            <p:ph type="ctrTitle" hasCustomPrompt="1"/>
          </p:nvPr>
        </p:nvSpPr>
        <p:spPr>
          <a:xfrm>
            <a:off x="822960" y="2011680"/>
            <a:ext cx="10545775" cy="1920240"/>
          </a:xfrm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表紙の見出しを入力</a:t>
            </a:r>
          </a:p>
        </p:txBody>
      </p:sp>
      <p:sp>
        <p:nvSpPr>
          <p:cNvPr id="3" name="Workshop Cover Subtitle"/>
          <p:cNvSpPr>
            <a:spLocks noGrp="1"/>
          </p:cNvSpPr>
          <p:nvPr>
            <p:ph type="subTitle" idx="1" hasCustomPrompt="1"/>
          </p:nvPr>
        </p:nvSpPr>
        <p:spPr>
          <a:xfrm>
            <a:off x="1524305" y="4343400"/>
            <a:ext cx="9144000" cy="91440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補足の一文を入力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rkshop Split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Side Panel"/>
          <p:cNvSpPr/>
          <p:nvPr userDrawn="1"/>
        </p:nvSpPr>
        <p:spPr>
          <a:xfrm>
            <a:off x="9162288" y="0"/>
            <a:ext cx="3029712" cy="685800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Label"/>
          <p:cNvSpPr txBox="1"/>
          <p:nvPr userDrawn="1"/>
        </p:nvSpPr>
        <p:spPr>
          <a:xfrm>
            <a:off x="566928" y="301752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Title"/>
          <p:cNvSpPr>
            <a:spLocks noGrp="1"/>
          </p:cNvSpPr>
          <p:nvPr>
            <p:ph type="title" hasCustomPrompt="1"/>
          </p:nvPr>
        </p:nvSpPr>
        <p:spPr>
          <a:xfrm>
            <a:off x="530352" y="822960"/>
            <a:ext cx="8321040" cy="2084832"/>
          </a:xfrm>
        </p:spPr>
        <p:txBody>
          <a:bodyPr vert="horz" wrap="square" lIns="91440" tIns="45720" rIns="91440" bIns="4572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見出しを入力</a:t>
            </a:r>
          </a:p>
        </p:txBody>
      </p:sp>
      <p:sp>
        <p:nvSpPr>
          <p:cNvPr id="3" name="Workshop Body"/>
          <p:cNvSpPr>
            <a:spLocks noGrp="1"/>
          </p:cNvSpPr>
          <p:nvPr>
            <p:ph idx="1" type="body" hasCustomPrompt="1"/>
          </p:nvPr>
        </p:nvSpPr>
        <p:spPr>
          <a:xfrm>
            <a:off x="594360" y="3063240"/>
            <a:ext cx="7973568" cy="86868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  <a:lvl2pPr marL="27432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2pPr>
            <a:lvl3pPr marL="54864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3pPr>
            <a:lvl4pPr marL="82296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4pPr>
            <a:lvl5pPr marL="109728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5pPr>
          </a:lstStyle>
          <a:p>
            <a:pPr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本文を入力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ワークショップ企画書</a:t>
            </a:r>
          </a:p>
          <a:p>
            <a:r>
              <a:t>テンプレート見本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表紙レイアウトの書式見本。架空の企画用。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見出しは、</a:t>
            </a:r>
          </a:p>
          <a:p>
            <a:r>
              <a:t>二行で大きく。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書体・色・位置は</a:t>
            </a:r>
          </a:p>
          <a:p>
            <a:r>
              <a:t>レイアウトから継承する見本。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 Theme">
  <a:themeElements>
    <a:clrScheme name="Workshop Palette">
      <a:dk1>
        <a:srgbClr val="102D45"/>
      </a:dk1>
      <a:lt1>
        <a:srgbClr val="FFFFFF"/>
      </a:lt1>
      <a:dk2>
        <a:srgbClr val="1F497D"/>
      </a:dk2>
      <a:lt2>
        <a:srgbClr val="EEECE1"/>
      </a:lt2>
      <a:accent1>
        <a:srgbClr val="FF6A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kshop Type">
      <a:maj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