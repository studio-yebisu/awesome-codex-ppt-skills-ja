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S1" Type="http://schemas.openxmlformats.org/officeDocument/2006/relationships/image" Target="../media/free1822912366640_1.svg"/><Relationship Id="rIdP1" Type="http://schemas.openxmlformats.org/officeDocument/2006/relationships/image" Target="../media/blank1x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rail"/>
          <p:cNvSpPr/>
          <p:nvPr/>
        </p:nvSpPr>
        <p:spPr>
          <a:xfrm rot="-1380000">
            <a:off x="7620000" y="4413250"/>
            <a:ext cx="4381500" cy="241300"/>
          </a:xfrm>
          <a:prstGeom prst="rect">
            <a:avLst/>
          </a:prstGeom>
          <a:solidFill>
            <a:srgbClr val="1B5D4A">
              <a:alpha val="100000"/>
            </a:srgbClr>
          </a:solidFill>
          <a:ln>
            <a:noFill/>
          </a:ln>
        </p:spPr>
      </p:sp>
      <p:sp>
        <p:nvSpPr>
          <p:cNvPr id="3" name="!!marker"/>
          <p:cNvSpPr/>
          <p:nvPr/>
        </p:nvSpPr>
        <p:spPr>
          <a:xfrm rot="1080000">
            <a:off x="10414000" y="4445000"/>
            <a:ext cx="825500" cy="825500"/>
          </a:xfrm>
          <a:prstGeom prst="rect">
            <a:avLst/>
          </a:prstGeom>
          <a:solidFill>
            <a:srgbClr val="F4C95B">
              <a:alpha val="100000"/>
            </a:srgbClr>
          </a:solidFill>
          <a:ln w="31750">
            <a:solidFill>
              <a:srgbClr val="16201D">
                <a:alpha val="100000"/>
              </a:srgbClr>
            </a:solidFill>
          </a:ln>
        </p:spPr>
      </p:sp>
      <p:sp>
        <p:nvSpPr>
          <p:cNvPr id="4" name="!!traveler"/>
          <p:cNvSpPr/>
          <p:nvPr/>
        </p:nvSpPr>
        <p:spPr>
          <a:xfrm>
            <a:off x="8953500" y="2127250"/>
            <a:ext cx="1111250" cy="1111250"/>
          </a:xfrm>
          <a:prstGeom prst="ellipse">
            <a:avLst/>
          </a:prstGeom>
          <a:solidFill>
            <a:srgbClr val="CF5033">
              <a:alpha val="100000"/>
            </a:srgbClr>
          </a:solidFill>
          <a:ln>
            <a:noFill/>
          </a:ln>
        </p:spPr>
      </p:sp>
      <p:sp>
        <p:nvSpPr>
          <p:cNvPr id="5" name="Text"/>
          <p:cNvSpPr txBox="1"/>
          <p:nvPr/>
        </p:nvSpPr>
        <p:spPr>
          <a:xfrm>
            <a:off x="698500" y="48260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2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01 / WALK &amp; WANDER</a:t>
            </a:r>
            <a:endParaRPr lang="vi-VN" sz="1250"/>
          </a:p>
        </p:txBody>
      </p:sp>
      <p:sp>
        <p:nvSpPr>
          <p:cNvPr id="6" name="Text"/>
          <p:cNvSpPr txBox="1"/>
          <p:nvPr/>
        </p:nvSpPr>
        <p:spPr>
          <a:xfrm>
            <a:off x="698500" y="1492250"/>
            <a:ext cx="6985000" cy="225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5750" b="1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街を歩く、</a:t>
            </a:r>
            <a:endParaRPr lang="vi-VN" sz="5750"/>
          </a:p>
          <a:p>
            <a:pPr algn="l">
              <a:lnSpc>
                <a:spcPct val="100000"/>
              </a:lnSpc>
              <a:buNone/>
            </a:pPr>
            <a:r>
              <a:rPr lang="vi-VN" sz="5750" b="1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寄り道を選ぶ。</a:t>
            </a:r>
            <a:endParaRPr lang="vi-VN" sz="5750"/>
          </a:p>
        </p:txBody>
      </p:sp>
      <p:sp>
        <p:nvSpPr>
          <p:cNvPr id="7" name="Text"/>
          <p:cNvSpPr txBox="1"/>
          <p:nvPr/>
        </p:nvSpPr>
        <p:spPr>
          <a:xfrm>
            <a:off x="698500" y="4095750"/>
            <a:ext cx="6985000" cy="1301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8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気になる場所を一つだけ。</a:t>
            </a:r>
            <a:endParaRPr lang="vi-VN" sz="1850"/>
          </a:p>
          <a:p>
            <a:pPr algn="l">
              <a:lnSpc>
                <a:spcPct val="100000"/>
              </a:lnSpc>
              <a:buNone/>
            </a:pPr>
            <a:r>
              <a:rPr lang="vi-VN" sz="18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残りは、歩きながら決める。</a:t>
            </a:r>
            <a:endParaRPr lang="vi-VN" sz="1850"/>
          </a:p>
        </p:txBody>
      </p:sp>
      <p:sp>
        <p:nvSpPr>
          <p:cNvPr id="8" name="Text"/>
          <p:cNvSpPr txBox="1"/>
          <p:nvPr/>
        </p:nvSpPr>
        <p:spPr>
          <a:xfrm>
            <a:off x="698500" y="6223000"/>
            <a:ext cx="9398000" cy="34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050" dirty="0">
                <a:solidFill>
                  <a:srgbClr val="415148">
                    <a:alpha val="100000"/>
                  </a:srgbClr>
                </a:solidFill>
                <a:latin typeface="Zen Kaku Gothic New"/>
                <a:cs typeface="Zen Kaku Gothic New"/>
              </a:rPr>
              <a:t>架空の散歩企画 / 道・地点は創作の説明図です。</a:t>
            </a:r>
            <a:endParaRPr lang="vi-VN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rail"/>
          <p:cNvSpPr/>
          <p:nvPr/>
        </p:nvSpPr>
        <p:spPr>
          <a:xfrm>
            <a:off x="6858000" y="4425950"/>
            <a:ext cx="4318000" cy="190500"/>
          </a:xfrm>
          <a:prstGeom prst="rect">
            <a:avLst/>
          </a:prstGeom>
          <a:solidFill>
            <a:srgbClr val="1B5D4A">
              <a:alpha val="100000"/>
            </a:srgbClr>
          </a:solidFill>
          <a:ln>
            <a:noFill/>
          </a:ln>
        </p:spPr>
      </p:sp>
      <p:sp>
        <p:nvSpPr>
          <p:cNvPr id="3" name="!!marker"/>
          <p:cNvSpPr/>
          <p:nvPr/>
        </p:nvSpPr>
        <p:spPr>
          <a:xfrm>
            <a:off x="10636250" y="3810000"/>
            <a:ext cx="698500" cy="698500"/>
          </a:xfrm>
          <a:prstGeom prst="rect">
            <a:avLst/>
          </a:prstGeom>
          <a:solidFill>
            <a:srgbClr val="F4C95B">
              <a:alpha val="100000"/>
            </a:srgbClr>
          </a:solidFill>
          <a:ln w="31750">
            <a:solidFill>
              <a:srgbClr val="16201D">
                <a:alpha val="100000"/>
              </a:srgbClr>
            </a:solidFill>
          </a:ln>
        </p:spPr>
      </p:sp>
      <p:sp>
        <p:nvSpPr>
          <p:cNvPr id="4" name="!!traveler"/>
          <p:cNvSpPr/>
          <p:nvPr/>
        </p:nvSpPr>
        <p:spPr>
          <a:xfrm>
            <a:off x="8445500" y="3638550"/>
            <a:ext cx="762000" cy="762000"/>
          </a:xfrm>
          <a:prstGeom prst="ellipse">
            <a:avLst/>
          </a:prstGeom>
          <a:solidFill>
            <a:srgbClr val="CF5033">
              <a:alpha val="100000"/>
            </a:srgbClr>
          </a:solidFill>
          <a:ln>
            <a:noFill/>
          </a:ln>
        </p:spPr>
      </p:sp>
      <p:sp>
        <p:nvSpPr>
          <p:cNvPr id="5" name="Text"/>
          <p:cNvSpPr txBox="1"/>
          <p:nvPr/>
        </p:nvSpPr>
        <p:spPr>
          <a:xfrm>
            <a:off x="698500" y="48260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2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02 / WALK &amp; WANDER</a:t>
            </a:r>
            <a:endParaRPr lang="vi-VN" sz="1250"/>
          </a:p>
        </p:txBody>
      </p:sp>
      <p:sp>
        <p:nvSpPr>
          <p:cNvPr id="6" name="Text"/>
          <p:cNvSpPr txBox="1"/>
          <p:nvPr/>
        </p:nvSpPr>
        <p:spPr>
          <a:xfrm>
            <a:off x="698500" y="1492250"/>
            <a:ext cx="6985000" cy="225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5750" b="1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目的地を、</a:t>
            </a:r>
            <a:endParaRPr lang="vi-VN" sz="5750"/>
          </a:p>
          <a:p>
            <a:pPr algn="l">
              <a:lnSpc>
                <a:spcPct val="100000"/>
              </a:lnSpc>
              <a:buNone/>
            </a:pPr>
            <a:r>
              <a:rPr lang="vi-VN" sz="5750" b="1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ひとつ減らす。</a:t>
            </a:r>
            <a:endParaRPr lang="vi-VN" sz="5750"/>
          </a:p>
        </p:txBody>
      </p:sp>
      <p:sp>
        <p:nvSpPr>
          <p:cNvPr id="7" name="Text"/>
          <p:cNvSpPr txBox="1"/>
          <p:nvPr/>
        </p:nvSpPr>
        <p:spPr>
          <a:xfrm>
            <a:off x="698500" y="4095750"/>
            <a:ext cx="6985000" cy="1301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8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予定に空白があると、</a:t>
            </a:r>
            <a:endParaRPr lang="vi-VN" sz="1850"/>
          </a:p>
          <a:p>
            <a:pPr algn="l">
              <a:lnSpc>
                <a:spcPct val="100000"/>
              </a:lnSpc>
              <a:buNone/>
            </a:pPr>
            <a:r>
              <a:rPr lang="vi-VN" sz="18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曲がり角を選び直せる。</a:t>
            </a:r>
            <a:endParaRPr lang="vi-VN" sz="1850"/>
          </a:p>
        </p:txBody>
      </p:sp>
      <p:sp>
        <p:nvSpPr>
          <p:cNvPr id="8" name="Text"/>
          <p:cNvSpPr txBox="1"/>
          <p:nvPr/>
        </p:nvSpPr>
        <p:spPr>
          <a:xfrm>
            <a:off x="698500" y="6223000"/>
            <a:ext cx="9398000" cy="34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050" dirty="0">
                <a:solidFill>
                  <a:srgbClr val="415148">
                    <a:alpha val="100000"/>
                  </a:srgbClr>
                </a:solidFill>
                <a:latin typeface="Zen Kaku Gothic New"/>
                <a:cs typeface="Zen Kaku Gothic New"/>
              </a:rPr>
              <a:t>架空の散歩企画 / 道・地点は創作の説明図です。</a:t>
            </a:r>
            <a:endParaRPr lang="vi-VN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rail"/>
          <p:cNvSpPr/>
          <p:nvPr/>
        </p:nvSpPr>
        <p:spPr>
          <a:xfrm rot="-1080000">
            <a:off x="8572500" y="5016500"/>
            <a:ext cx="3016250" cy="152400"/>
          </a:xfrm>
          <a:prstGeom prst="rect">
            <a:avLst/>
          </a:prstGeom>
          <a:solidFill>
            <a:srgbClr val="1B5D4A">
              <a:alpha val="100000"/>
            </a:srgbClr>
          </a:solidFill>
          <a:ln>
            <a:noFill/>
          </a:ln>
        </p:spPr>
      </p:sp>
      <p:sp>
        <p:nvSpPr>
          <p:cNvPr id="3" name="!!marker"/>
          <p:cNvSpPr/>
          <p:nvPr/>
        </p:nvSpPr>
        <p:spPr>
          <a:xfrm rot="2700000">
            <a:off x="8001000" y="4749800"/>
            <a:ext cx="571500" cy="571500"/>
          </a:xfrm>
          <a:prstGeom prst="rect">
            <a:avLst/>
          </a:prstGeom>
          <a:solidFill>
            <a:srgbClr val="F4C95B">
              <a:alpha val="100000"/>
            </a:srgbClr>
          </a:solidFill>
          <a:ln w="31750">
            <a:solidFill>
              <a:srgbClr val="16201D">
                <a:alpha val="100000"/>
              </a:srgbClr>
            </a:solidFill>
          </a:ln>
        </p:spPr>
      </p:sp>
      <p:sp>
        <p:nvSpPr>
          <p:cNvPr id="4" name="!!traveler"/>
          <p:cNvSpPr/>
          <p:nvPr/>
        </p:nvSpPr>
        <p:spPr>
          <a:xfrm>
            <a:off x="10128250" y="4127500"/>
            <a:ext cx="603250" cy="603250"/>
          </a:xfrm>
          <a:prstGeom prst="ellipse">
            <a:avLst/>
          </a:prstGeom>
          <a:solidFill>
            <a:srgbClr val="CF5033">
              <a:alpha val="100000"/>
            </a:srgbClr>
          </a:solidFill>
          <a:ln>
            <a:noFill/>
          </a:ln>
        </p:spPr>
      </p:sp>
      <p:sp>
        <p:nvSpPr>
          <p:cNvPr id="5" name="Frame band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F3E9CF">
              <a:alpha val="100000"/>
            </a:srgbClr>
          </a:solidFill>
          <a:ln>
            <a:noFill/>
          </a:ln>
        </p:spPr>
      </p:sp>
      <p:sp>
        <p:nvSpPr>
          <p:cNvPr id="6" name="Text"/>
          <p:cNvSpPr txBox="1"/>
          <p:nvPr/>
        </p:nvSpPr>
        <p:spPr>
          <a:xfrm>
            <a:off x="698500" y="48260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2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03 / WALK &amp; WANDER</a:t>
            </a:r>
            <a:endParaRPr lang="vi-VN" sz="1250"/>
          </a:p>
        </p:txBody>
      </p:sp>
      <p:sp>
        <p:nvSpPr>
          <p:cNvPr id="7" name="Text"/>
          <p:cNvSpPr txBox="1"/>
          <p:nvPr/>
        </p:nvSpPr>
        <p:spPr>
          <a:xfrm>
            <a:off x="6604000" y="1397000"/>
            <a:ext cx="4889500" cy="225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4900" b="1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曲がる理由は、</a:t>
            </a:r>
            <a:endParaRPr lang="vi-VN" sz="4900"/>
          </a:p>
          <a:p>
            <a:pPr algn="l">
              <a:lnSpc>
                <a:spcPct val="100000"/>
              </a:lnSpc>
              <a:buNone/>
            </a:pPr>
            <a:r>
              <a:rPr lang="vi-VN" sz="4900" b="1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気分でいい。</a:t>
            </a:r>
            <a:endParaRPr lang="vi-VN" sz="4900"/>
          </a:p>
        </p:txBody>
      </p:sp>
      <p:sp>
        <p:nvSpPr>
          <p:cNvPr id="8" name="Text"/>
          <p:cNvSpPr txBox="1"/>
          <p:nvPr/>
        </p:nvSpPr>
        <p:spPr>
          <a:xfrm>
            <a:off x="6604000" y="3206750"/>
            <a:ext cx="4889500" cy="1301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8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明るい通り。静かな道。</a:t>
            </a:r>
            <a:endParaRPr lang="vi-VN" sz="1850"/>
          </a:p>
          <a:p>
            <a:pPr algn="l">
              <a:lnSpc>
                <a:spcPct val="100000"/>
              </a:lnSpc>
              <a:buNone/>
            </a:pPr>
            <a:r>
              <a:rPr lang="vi-VN" sz="18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どちらも、今日は仮の選択肢。</a:t>
            </a:r>
            <a:endParaRPr lang="vi-VN" sz="1850"/>
          </a:p>
        </p:txBody>
      </p:sp>
      <p:sp>
        <p:nvSpPr>
          <p:cNvPr id="9" name="Text"/>
          <p:cNvSpPr txBox="1"/>
          <p:nvPr/>
        </p:nvSpPr>
        <p:spPr>
          <a:xfrm>
            <a:off x="698500" y="6223000"/>
            <a:ext cx="9398000" cy="34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050" dirty="0">
                <a:solidFill>
                  <a:srgbClr val="415148">
                    <a:alpha val="100000"/>
                  </a:srgbClr>
                </a:solidFill>
                <a:latin typeface="Zen Kaku Gothic New"/>
                <a:cs typeface="Zen Kaku Gothic New"/>
              </a:rPr>
              <a:t>架空の散歩企画 / 道・地点は創作の説明図です。</a:t>
            </a:r>
            <a:endParaRPr lang="vi-VN" sz="1050"/>
          </a:p>
        </p:txBody>
      </p:sp>
      <p:pic>
        <p:nvPicPr>
          <p:cNvPr id="10" name="Drawing"/>
          <p:cNvPicPr>
            <a:picLocks noChangeAspect="1"/>
          </p:cNvPicPr>
          <p:nvPr/>
        </p:nvPicPr>
        <p:blipFill>
          <a:blip r:embed="rIdP1">
            <a:extLst>
              <a:ext uri="{96DAC541-7B7A-43D3-8B79-37D633B846F1}">
                <asvg:svgBlip xmlns:asvg="http://schemas.microsoft.com/office/drawing/2016/SVG/main" r:embed="rIdS1"/>
              </a:ext>
            </a:extLst>
          </a:blip>
          <a:srcRect/>
          <a:stretch>
            <a:fillRect/>
          </a:stretch>
        </p:blipFill>
        <p:spPr>
          <a:xfrm>
            <a:off x="603250" y="1587500"/>
            <a:ext cx="4921250" cy="3619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rail"/>
          <p:cNvSpPr/>
          <p:nvPr/>
        </p:nvSpPr>
        <p:spPr>
          <a:xfrm>
            <a:off x="7302500" y="4889500"/>
            <a:ext cx="3365500" cy="412750"/>
          </a:xfrm>
          <a:prstGeom prst="rect">
            <a:avLst/>
          </a:prstGeom>
          <a:solidFill>
            <a:srgbClr val="1B5D4A">
              <a:alpha val="100000"/>
            </a:srgbClr>
          </a:solidFill>
          <a:ln>
            <a:noFill/>
          </a:ln>
        </p:spPr>
      </p:sp>
      <p:sp>
        <p:nvSpPr>
          <p:cNvPr id="3" name="!!marker"/>
          <p:cNvSpPr/>
          <p:nvPr/>
        </p:nvSpPr>
        <p:spPr>
          <a:xfrm>
            <a:off x="11049000" y="3302000"/>
            <a:ext cx="603250" cy="1714500"/>
          </a:xfrm>
          <a:prstGeom prst="rect">
            <a:avLst/>
          </a:prstGeom>
          <a:solidFill>
            <a:srgbClr val="F4C95B">
              <a:alpha val="100000"/>
            </a:srgbClr>
          </a:solidFill>
          <a:ln w="31750">
            <a:solidFill>
              <a:srgbClr val="16201D">
                <a:alpha val="100000"/>
              </a:srgbClr>
            </a:solidFill>
          </a:ln>
        </p:spPr>
      </p:sp>
      <p:sp>
        <p:nvSpPr>
          <p:cNvPr id="4" name="!!traveler"/>
          <p:cNvSpPr/>
          <p:nvPr/>
        </p:nvSpPr>
        <p:spPr>
          <a:xfrm>
            <a:off x="8572500" y="3619500"/>
            <a:ext cx="1079500" cy="603250"/>
          </a:xfrm>
          <a:prstGeom prst="roundRect">
            <a:avLst>
              <a:gd name="adj" fmla="val 12631"/>
            </a:avLst>
          </a:prstGeom>
          <a:solidFill>
            <a:srgbClr val="CF5033">
              <a:alpha val="100000"/>
            </a:srgbClr>
          </a:solidFill>
          <a:ln>
            <a:noFill/>
          </a:ln>
        </p:spPr>
      </p:sp>
      <p:sp>
        <p:nvSpPr>
          <p:cNvPr id="5" name="Text"/>
          <p:cNvSpPr txBox="1"/>
          <p:nvPr/>
        </p:nvSpPr>
        <p:spPr>
          <a:xfrm>
            <a:off x="698500" y="48260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2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04 / WALK &amp; WANDER</a:t>
            </a:r>
            <a:endParaRPr lang="vi-VN" sz="1250"/>
          </a:p>
        </p:txBody>
      </p:sp>
      <p:sp>
        <p:nvSpPr>
          <p:cNvPr id="6" name="Text"/>
          <p:cNvSpPr txBox="1"/>
          <p:nvPr/>
        </p:nvSpPr>
        <p:spPr>
          <a:xfrm>
            <a:off x="698500" y="1492250"/>
            <a:ext cx="6985000" cy="225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5750" b="1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立ち止まる場所も、</a:t>
            </a:r>
            <a:endParaRPr lang="vi-VN" sz="5750"/>
          </a:p>
          <a:p>
            <a:pPr algn="l">
              <a:lnSpc>
                <a:spcPct val="100000"/>
              </a:lnSpc>
              <a:buNone/>
            </a:pPr>
            <a:r>
              <a:rPr lang="vi-VN" sz="5750" b="1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予定のひとつ。</a:t>
            </a:r>
            <a:endParaRPr lang="vi-VN" sz="5750"/>
          </a:p>
        </p:txBody>
      </p:sp>
      <p:sp>
        <p:nvSpPr>
          <p:cNvPr id="7" name="Text"/>
          <p:cNvSpPr txBox="1"/>
          <p:nvPr/>
        </p:nvSpPr>
        <p:spPr>
          <a:xfrm>
            <a:off x="698500" y="4095750"/>
            <a:ext cx="6985000" cy="1301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8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眺める。メモする。何もしない。</a:t>
            </a:r>
            <a:endParaRPr lang="vi-VN" sz="1850"/>
          </a:p>
          <a:p>
            <a:pPr algn="l">
              <a:lnSpc>
                <a:spcPct val="100000"/>
              </a:lnSpc>
              <a:buNone/>
            </a:pPr>
            <a:r>
              <a:rPr lang="vi-VN" sz="18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途中で止まる時間を残す。</a:t>
            </a:r>
            <a:endParaRPr lang="vi-VN" sz="1850"/>
          </a:p>
        </p:txBody>
      </p:sp>
      <p:sp>
        <p:nvSpPr>
          <p:cNvPr id="8" name="Text"/>
          <p:cNvSpPr txBox="1"/>
          <p:nvPr/>
        </p:nvSpPr>
        <p:spPr>
          <a:xfrm>
            <a:off x="698500" y="6223000"/>
            <a:ext cx="9398000" cy="34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050" dirty="0">
                <a:solidFill>
                  <a:srgbClr val="415148">
                    <a:alpha val="100000"/>
                  </a:srgbClr>
                </a:solidFill>
                <a:latin typeface="Zen Kaku Gothic New"/>
                <a:cs typeface="Zen Kaku Gothic New"/>
              </a:rPr>
              <a:t>架空の散歩企画 / 道・地点は創作の説明図です。</a:t>
            </a:r>
            <a:endParaRPr lang="vi-VN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rail"/>
          <p:cNvSpPr/>
          <p:nvPr/>
        </p:nvSpPr>
        <p:spPr>
          <a:xfrm rot="1440000">
            <a:off x="8382000" y="1016000"/>
            <a:ext cx="266700" cy="4381500"/>
          </a:xfrm>
          <a:prstGeom prst="rect">
            <a:avLst/>
          </a:prstGeom>
          <a:solidFill>
            <a:srgbClr val="1B5D4A">
              <a:alpha val="100000"/>
            </a:srgbClr>
          </a:solidFill>
          <a:ln>
            <a:noFill/>
          </a:ln>
        </p:spPr>
      </p:sp>
      <p:sp>
        <p:nvSpPr>
          <p:cNvPr id="3" name="!!marker"/>
          <p:cNvSpPr/>
          <p:nvPr/>
        </p:nvSpPr>
        <p:spPr>
          <a:xfrm>
            <a:off x="9271000" y="5334000"/>
            <a:ext cx="1524000" cy="349250"/>
          </a:xfrm>
          <a:prstGeom prst="rect">
            <a:avLst/>
          </a:prstGeom>
          <a:solidFill>
            <a:srgbClr val="F4C95B">
              <a:alpha val="100000"/>
            </a:srgbClr>
          </a:solidFill>
          <a:ln w="31750">
            <a:solidFill>
              <a:srgbClr val="16201D">
                <a:alpha val="100000"/>
              </a:srgbClr>
            </a:solidFill>
          </a:ln>
        </p:spPr>
      </p:sp>
      <p:sp>
        <p:nvSpPr>
          <p:cNvPr id="4" name="!!traveler"/>
          <p:cNvSpPr/>
          <p:nvPr/>
        </p:nvSpPr>
        <p:spPr>
          <a:xfrm>
            <a:off x="9906000" y="2222500"/>
            <a:ext cx="730250" cy="730250"/>
          </a:xfrm>
          <a:prstGeom prst="ellipse">
            <a:avLst/>
          </a:prstGeom>
          <a:solidFill>
            <a:srgbClr val="CF5033">
              <a:alpha val="100000"/>
            </a:srgbClr>
          </a:solidFill>
          <a:ln>
            <a:noFill/>
          </a:ln>
        </p:spPr>
      </p:sp>
      <p:sp>
        <p:nvSpPr>
          <p:cNvPr id="5" name="Text"/>
          <p:cNvSpPr txBox="1"/>
          <p:nvPr/>
        </p:nvSpPr>
        <p:spPr>
          <a:xfrm>
            <a:off x="698500" y="48260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2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05 / WALK &amp; WANDER</a:t>
            </a:r>
            <a:endParaRPr lang="vi-VN" sz="1250"/>
          </a:p>
        </p:txBody>
      </p:sp>
      <p:sp>
        <p:nvSpPr>
          <p:cNvPr id="6" name="Text"/>
          <p:cNvSpPr txBox="1"/>
          <p:nvPr/>
        </p:nvSpPr>
        <p:spPr>
          <a:xfrm>
            <a:off x="698500" y="1492250"/>
            <a:ext cx="6985000" cy="225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5750" b="1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帰り道には、</a:t>
            </a:r>
            <a:endParaRPr lang="vi-VN" sz="5750"/>
          </a:p>
          <a:p>
            <a:pPr algn="l">
              <a:lnSpc>
                <a:spcPct val="100000"/>
              </a:lnSpc>
              <a:buNone/>
            </a:pPr>
            <a:r>
              <a:rPr lang="vi-VN" sz="5750" b="1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違う曲がり角。</a:t>
            </a:r>
            <a:endParaRPr lang="vi-VN" sz="5750"/>
          </a:p>
        </p:txBody>
      </p:sp>
      <p:sp>
        <p:nvSpPr>
          <p:cNvPr id="7" name="Text"/>
          <p:cNvSpPr txBox="1"/>
          <p:nvPr/>
        </p:nvSpPr>
        <p:spPr>
          <a:xfrm>
            <a:off x="698500" y="4095750"/>
            <a:ext cx="6985000" cy="1301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8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行きとは違う景色を、</a:t>
            </a:r>
            <a:endParaRPr lang="vi-VN" sz="1850"/>
          </a:p>
          <a:p>
            <a:pPr algn="l">
              <a:lnSpc>
                <a:spcPct val="100000"/>
              </a:lnSpc>
              <a:buNone/>
            </a:pPr>
            <a:r>
              <a:rPr lang="vi-VN" sz="18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帰りにひとつ見つける。</a:t>
            </a:r>
            <a:endParaRPr lang="vi-VN" sz="1850"/>
          </a:p>
        </p:txBody>
      </p:sp>
      <p:sp>
        <p:nvSpPr>
          <p:cNvPr id="8" name="Text"/>
          <p:cNvSpPr txBox="1"/>
          <p:nvPr/>
        </p:nvSpPr>
        <p:spPr>
          <a:xfrm>
            <a:off x="698500" y="6223000"/>
            <a:ext cx="9398000" cy="34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050" dirty="0">
                <a:solidFill>
                  <a:srgbClr val="415148">
                    <a:alpha val="100000"/>
                  </a:srgbClr>
                </a:solidFill>
                <a:latin typeface="Zen Kaku Gothic New"/>
                <a:cs typeface="Zen Kaku Gothic New"/>
              </a:rPr>
              <a:t>架空の散歩企画 / 道・地点は創作の説明図です。</a:t>
            </a:r>
            <a:endParaRPr lang="vi-VN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rail"/>
          <p:cNvSpPr/>
          <p:nvPr/>
        </p:nvSpPr>
        <p:spPr>
          <a:xfrm>
            <a:off x="7556500" y="4953000"/>
            <a:ext cx="4127500" cy="165100"/>
          </a:xfrm>
          <a:prstGeom prst="rect">
            <a:avLst/>
          </a:prstGeom>
          <a:solidFill>
            <a:srgbClr val="1B5D4A">
              <a:alpha val="100000"/>
            </a:srgbClr>
          </a:solidFill>
          <a:ln>
            <a:noFill/>
          </a:ln>
        </p:spPr>
      </p:sp>
      <p:sp>
        <p:nvSpPr>
          <p:cNvPr id="3" name="!!marker"/>
          <p:cNvSpPr/>
          <p:nvPr/>
        </p:nvSpPr>
        <p:spPr>
          <a:xfrm rot="-480000">
            <a:off x="10255250" y="4318000"/>
            <a:ext cx="984250" cy="571500"/>
          </a:xfrm>
          <a:prstGeom prst="rect">
            <a:avLst/>
          </a:prstGeom>
          <a:solidFill>
            <a:srgbClr val="F4C95B">
              <a:alpha val="100000"/>
            </a:srgbClr>
          </a:solidFill>
          <a:ln w="31750">
            <a:solidFill>
              <a:srgbClr val="16201D">
                <a:alpha val="100000"/>
              </a:srgbClr>
            </a:solidFill>
          </a:ln>
        </p:spPr>
      </p:sp>
      <p:sp>
        <p:nvSpPr>
          <p:cNvPr id="4" name="!!traveler"/>
          <p:cNvSpPr/>
          <p:nvPr/>
        </p:nvSpPr>
        <p:spPr>
          <a:xfrm>
            <a:off x="8572500" y="1841500"/>
            <a:ext cx="2286000" cy="2286000"/>
          </a:xfrm>
          <a:prstGeom prst="ellipse">
            <a:avLst/>
          </a:prstGeom>
          <a:solidFill>
            <a:srgbClr val="CF5033">
              <a:alpha val="100000"/>
            </a:srgbClr>
          </a:solidFill>
          <a:ln>
            <a:noFill/>
          </a:ln>
        </p:spPr>
      </p:sp>
      <p:sp>
        <p:nvSpPr>
          <p:cNvPr id="5" name="Text"/>
          <p:cNvSpPr txBox="1"/>
          <p:nvPr/>
        </p:nvSpPr>
        <p:spPr>
          <a:xfrm>
            <a:off x="698500" y="48260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2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06 / WALK &amp; WANDER</a:t>
            </a:r>
            <a:endParaRPr lang="vi-VN" sz="1250"/>
          </a:p>
        </p:txBody>
      </p:sp>
      <p:sp>
        <p:nvSpPr>
          <p:cNvPr id="6" name="Text"/>
          <p:cNvSpPr txBox="1"/>
          <p:nvPr/>
        </p:nvSpPr>
        <p:spPr>
          <a:xfrm>
            <a:off x="698500" y="1492250"/>
            <a:ext cx="6985000" cy="225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5750" b="1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歩いたあとに、</a:t>
            </a:r>
            <a:endParaRPr lang="vi-VN" sz="5750"/>
          </a:p>
          <a:p>
            <a:pPr algn="l">
              <a:lnSpc>
                <a:spcPct val="100000"/>
              </a:lnSpc>
              <a:buNone/>
            </a:pPr>
            <a:r>
              <a:rPr lang="vi-VN" sz="5750" b="1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次の寄り道を。</a:t>
            </a:r>
            <a:endParaRPr lang="vi-VN" sz="5750"/>
          </a:p>
        </p:txBody>
      </p:sp>
      <p:sp>
        <p:nvSpPr>
          <p:cNvPr id="7" name="Text"/>
          <p:cNvSpPr txBox="1"/>
          <p:nvPr/>
        </p:nvSpPr>
        <p:spPr>
          <a:xfrm>
            <a:off x="698500" y="4095750"/>
            <a:ext cx="6985000" cy="1301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8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見つけたことを一言だけ。</a:t>
            </a:r>
            <a:endParaRPr lang="vi-VN" sz="1850"/>
          </a:p>
          <a:p>
            <a:pPr algn="l">
              <a:lnSpc>
                <a:spcPct val="100000"/>
              </a:lnSpc>
              <a:buNone/>
            </a:pPr>
            <a:r>
              <a:rPr lang="vi-VN" sz="18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次に歩くときの入口に。</a:t>
            </a:r>
            <a:endParaRPr lang="vi-VN" sz="1850"/>
          </a:p>
        </p:txBody>
      </p:sp>
      <p:sp>
        <p:nvSpPr>
          <p:cNvPr id="8" name="Text"/>
          <p:cNvSpPr txBox="1"/>
          <p:nvPr/>
        </p:nvSpPr>
        <p:spPr>
          <a:xfrm>
            <a:off x="698500" y="6223000"/>
            <a:ext cx="9398000" cy="34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050" dirty="0">
                <a:solidFill>
                  <a:srgbClr val="415148">
                    <a:alpha val="100000"/>
                  </a:srgbClr>
                </a:solidFill>
                <a:latin typeface="Zen Kaku Gothic New"/>
                <a:cs typeface="Zen Kaku Gothic New"/>
              </a:rPr>
              <a:t>架空の散歩企画 / 道・地点は創作の説明図です。</a:t>
            </a:r>
            <a:endParaRPr lang="vi-VN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SlideFly">
  <a:themeElements>
    <a:clrScheme name="SlideFly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DC2626"/>
      </a:accent6>
      <a:hlink>
        <a:srgbClr val="2563EB"/>
      </a:hlink>
      <a:folHlink>
        <a:srgbClr val="7C3AED"/>
      </a:folHlink>
    </a:clrScheme>
    <a:fontScheme name="SlideFly">
      <a:majorFont>
        <a:latin typeface="Zen Kaku Gothic New"/>
        <a:ea typeface=""/>
        <a:cs typeface=""/>
      </a:majorFont>
      <a:minorFont>
        <a:latin typeface="Zen Kaku Gothic New"/>
        <a:ea typeface=""/>
        <a:cs typeface=""/>
      </a:minorFont>
    </a:fontScheme>
    <a:fmtScheme name="SlideFl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SlideFly</Application>
  <Slides>6</Slides>
</Properties>
</file>

<file path=docProps/core.xml><?xml version="1.0" encoding="utf-8"?>
<cp:coreProperties xmlns:cp="http://schemas.openxmlformats.org/package/2006/metadata/core-properties" xmlns:dc="http://purl.org/dc/elements/1.1/">
  <dc:title>街を歩く、寄り道を選ぶ。</dc:title>
  <dc:creator>SlideFly</dc:creator>
</cp:coreProperties>
</file>