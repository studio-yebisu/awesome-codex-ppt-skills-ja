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rail"/>
          <p:cNvSpPr/>
          <p:nvPr/>
        </p:nvSpPr>
        <p:spPr>
          <a:xfrm rot="-1380000">
            <a:off x="7620000" y="4413250"/>
            <a:ext cx="4381500" cy="241300"/>
          </a:xfrm>
          <a:prstGeom prst="rect">
            <a:avLst/>
          </a:prstGeom>
          <a:solidFill>
            <a:srgbClr val="1B5D4A">
              <a:alpha val="100000"/>
            </a:srgbClr>
          </a:solidFill>
          <a:ln>
            <a:noFill/>
          </a:ln>
        </p:spPr>
      </p:sp>
      <p:sp>
        <p:nvSpPr>
          <p:cNvPr id="3" name="!!marker"/>
          <p:cNvSpPr/>
          <p:nvPr/>
        </p:nvSpPr>
        <p:spPr>
          <a:xfrm rot="1080000">
            <a:off x="10414000" y="4445000"/>
            <a:ext cx="825500" cy="825500"/>
          </a:xfrm>
          <a:prstGeom prst="rect">
            <a:avLst/>
          </a:prstGeom>
          <a:solidFill>
            <a:srgbClr val="F4C95B">
              <a:alpha val="100000"/>
            </a:srgbClr>
          </a:solidFill>
          <a:ln w="31750">
            <a:solidFill>
              <a:srgbClr val="16201D">
                <a:alpha val="100000"/>
              </a:srgbClr>
            </a:solidFill>
          </a:ln>
        </p:spPr>
      </p:sp>
      <p:sp>
        <p:nvSpPr>
          <p:cNvPr id="4" name="!!traveler"/>
          <p:cNvSpPr/>
          <p:nvPr/>
        </p:nvSpPr>
        <p:spPr>
          <a:xfrm>
            <a:off x="8953500" y="2127250"/>
            <a:ext cx="1111250" cy="1111250"/>
          </a:xfrm>
          <a:prstGeom prst="ellipse">
            <a:avLst/>
          </a:prstGeom>
          <a:solidFill>
            <a:srgbClr val="CF5033">
              <a:alpha val="100000"/>
            </a:srgbClr>
          </a:solidFill>
          <a:ln>
            <a:noFill/>
          </a:ln>
        </p:spPr>
      </p:sp>
      <p:sp>
        <p:nvSpPr>
          <p:cNvPr id="5" name="Text"/>
          <p:cNvSpPr txBox="1"/>
          <p:nvPr/>
        </p:nvSpPr>
        <p:spPr>
          <a:xfrm>
            <a:off x="698500" y="482600"/>
            <a:ext cx="571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2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01 / WALK &amp; WANDER</a:t>
            </a:r>
            <a:endParaRPr lang="vi-VN" sz="1250"/>
          </a:p>
        </p:txBody>
      </p:sp>
      <p:sp>
        <p:nvSpPr>
          <p:cNvPr id="6" name="Text"/>
          <p:cNvSpPr txBox="1"/>
          <p:nvPr/>
        </p:nvSpPr>
        <p:spPr>
          <a:xfrm>
            <a:off x="698500" y="4095750"/>
            <a:ext cx="6985000" cy="130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8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気になる場所を一つだけ。 残りは、歩きながら決める。</a:t>
            </a:r>
            <a:endParaRPr lang="vi-VN" sz="1850"/>
          </a:p>
        </p:txBody>
      </p:sp>
      <p:sp>
        <p:nvSpPr>
          <p:cNvPr id="7" name="Text"/>
          <p:cNvSpPr txBox="1"/>
          <p:nvPr/>
        </p:nvSpPr>
        <p:spPr>
          <a:xfrm>
            <a:off x="698500" y="6223000"/>
            <a:ext cx="9398000" cy="349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050" dirty="0">
                <a:solidFill>
                  <a:srgbClr val="415148">
                    <a:alpha val="100000"/>
                  </a:srgbClr>
                </a:solidFill>
                <a:latin typeface="Zen Kaku Gothic New"/>
                <a:cs typeface="Zen Kaku Gothic New"/>
              </a:rPr>
              <a:t>架空の散歩企画 / 道・地点は創作の説明図です。</a:t>
            </a:r>
            <a:endParaRPr lang="vi-VN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rail"/>
          <p:cNvSpPr/>
          <p:nvPr/>
        </p:nvSpPr>
        <p:spPr>
          <a:xfrm>
            <a:off x="6858000" y="4425950"/>
            <a:ext cx="4318000" cy="190500"/>
          </a:xfrm>
          <a:prstGeom prst="rect">
            <a:avLst/>
          </a:prstGeom>
          <a:solidFill>
            <a:srgbClr val="1B5D4A">
              <a:alpha val="100000"/>
            </a:srgbClr>
          </a:solidFill>
          <a:ln>
            <a:noFill/>
          </a:ln>
        </p:spPr>
      </p:sp>
      <p:sp>
        <p:nvSpPr>
          <p:cNvPr id="3" name="!!marker"/>
          <p:cNvSpPr/>
          <p:nvPr/>
        </p:nvSpPr>
        <p:spPr>
          <a:xfrm>
            <a:off x="10636250" y="3810000"/>
            <a:ext cx="698500" cy="698500"/>
          </a:xfrm>
          <a:prstGeom prst="rect">
            <a:avLst/>
          </a:prstGeom>
          <a:solidFill>
            <a:srgbClr val="F4C95B">
              <a:alpha val="100000"/>
            </a:srgbClr>
          </a:solidFill>
          <a:ln w="31750">
            <a:solidFill>
              <a:srgbClr val="16201D">
                <a:alpha val="100000"/>
              </a:srgbClr>
            </a:solidFill>
          </a:ln>
        </p:spPr>
      </p:sp>
      <p:sp>
        <p:nvSpPr>
          <p:cNvPr id="4" name="!!traveler"/>
          <p:cNvSpPr/>
          <p:nvPr/>
        </p:nvSpPr>
        <p:spPr>
          <a:xfrm>
            <a:off x="8445500" y="3638550"/>
            <a:ext cx="762000" cy="762000"/>
          </a:xfrm>
          <a:prstGeom prst="ellipse">
            <a:avLst/>
          </a:prstGeom>
          <a:solidFill>
            <a:srgbClr val="CF5033">
              <a:alpha val="100000"/>
            </a:srgbClr>
          </a:solidFill>
          <a:ln>
            <a:noFill/>
          </a:ln>
        </p:spPr>
      </p:sp>
      <p:sp>
        <p:nvSpPr>
          <p:cNvPr id="5" name="Text"/>
          <p:cNvSpPr txBox="1"/>
          <p:nvPr/>
        </p:nvSpPr>
        <p:spPr>
          <a:xfrm>
            <a:off x="698500" y="482600"/>
            <a:ext cx="571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2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02 / WALK &amp; WANDER</a:t>
            </a:r>
            <a:endParaRPr lang="vi-VN" sz="1250"/>
          </a:p>
        </p:txBody>
      </p:sp>
      <p:sp>
        <p:nvSpPr>
          <p:cNvPr id="6" name="Text"/>
          <p:cNvSpPr txBox="1"/>
          <p:nvPr/>
        </p:nvSpPr>
        <p:spPr>
          <a:xfrm>
            <a:off x="698500" y="4095750"/>
            <a:ext cx="6985000" cy="130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8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予定に空白があると、 曲がり角を選び直せる。</a:t>
            </a:r>
            <a:endParaRPr lang="vi-VN" sz="1850"/>
          </a:p>
        </p:txBody>
      </p:sp>
      <p:sp>
        <p:nvSpPr>
          <p:cNvPr id="7" name="Text"/>
          <p:cNvSpPr txBox="1"/>
          <p:nvPr/>
        </p:nvSpPr>
        <p:spPr>
          <a:xfrm>
            <a:off x="698500" y="6223000"/>
            <a:ext cx="9398000" cy="349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050" dirty="0">
                <a:solidFill>
                  <a:srgbClr val="415148">
                    <a:alpha val="100000"/>
                  </a:srgbClr>
                </a:solidFill>
                <a:latin typeface="Zen Kaku Gothic New"/>
                <a:cs typeface="Zen Kaku Gothic New"/>
              </a:rPr>
              <a:t>架空の散歩企画 / 道・地点は創作の説明図です。</a:t>
            </a:r>
            <a:endParaRPr lang="vi-VN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rail"/>
          <p:cNvSpPr/>
          <p:nvPr/>
        </p:nvSpPr>
        <p:spPr>
          <a:xfrm rot="-1080000">
            <a:off x="8572500" y="5016500"/>
            <a:ext cx="3016250" cy="152400"/>
          </a:xfrm>
          <a:prstGeom prst="rect">
            <a:avLst/>
          </a:prstGeom>
          <a:solidFill>
            <a:srgbClr val="1B5D4A">
              <a:alpha val="100000"/>
            </a:srgbClr>
          </a:solidFill>
          <a:ln>
            <a:noFill/>
          </a:ln>
        </p:spPr>
      </p:sp>
      <p:sp>
        <p:nvSpPr>
          <p:cNvPr id="3" name="!!marker"/>
          <p:cNvSpPr/>
          <p:nvPr/>
        </p:nvSpPr>
        <p:spPr>
          <a:xfrm rot="2700000">
            <a:off x="8001000" y="4749800"/>
            <a:ext cx="571500" cy="571500"/>
          </a:xfrm>
          <a:prstGeom prst="rect">
            <a:avLst/>
          </a:prstGeom>
          <a:solidFill>
            <a:srgbClr val="F4C95B">
              <a:alpha val="100000"/>
            </a:srgbClr>
          </a:solidFill>
          <a:ln w="31750">
            <a:solidFill>
              <a:srgbClr val="16201D">
                <a:alpha val="100000"/>
              </a:srgbClr>
            </a:solidFill>
          </a:ln>
        </p:spPr>
      </p:sp>
      <p:sp>
        <p:nvSpPr>
          <p:cNvPr id="4" name="!!traveler"/>
          <p:cNvSpPr/>
          <p:nvPr/>
        </p:nvSpPr>
        <p:spPr>
          <a:xfrm>
            <a:off x="10128250" y="4127500"/>
            <a:ext cx="603250" cy="603250"/>
          </a:xfrm>
          <a:prstGeom prst="ellipse">
            <a:avLst/>
          </a:prstGeom>
          <a:solidFill>
            <a:srgbClr val="CF5033">
              <a:alpha val="100000"/>
            </a:srgbClr>
          </a:solidFill>
          <a:ln>
            <a:noFill/>
          </a:ln>
        </p:spPr>
      </p:sp>
      <p:sp>
        <p:nvSpPr>
          <p:cNvPr id="5" name="Frame band"/>
          <p:cNvSpPr/>
          <p:nvPr/>
        </p:nvSpPr>
        <p:spPr>
          <a:xfrm>
            <a:off x="0" y="0"/>
            <a:ext cx="5715000" cy="6858000"/>
          </a:xfrm>
          <a:prstGeom prst="rect">
            <a:avLst/>
          </a:prstGeom>
          <a:solidFill>
            <a:srgbClr val="F3E9CF">
              <a:alpha val="100000"/>
            </a:srgbClr>
          </a:solidFill>
          <a:ln>
            <a:noFill/>
          </a:ln>
        </p:spPr>
      </p:sp>
      <p:sp>
        <p:nvSpPr>
          <p:cNvPr id="6" name="Text"/>
          <p:cNvSpPr txBox="1"/>
          <p:nvPr/>
        </p:nvSpPr>
        <p:spPr>
          <a:xfrm>
            <a:off x="698500" y="482600"/>
            <a:ext cx="571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2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03 / WALK &amp; WANDER</a:t>
            </a:r>
            <a:endParaRPr lang="vi-VN" sz="1250"/>
          </a:p>
        </p:txBody>
      </p:sp>
      <p:sp>
        <p:nvSpPr>
          <p:cNvPr id="7" name="Text"/>
          <p:cNvSpPr txBox="1"/>
          <p:nvPr/>
        </p:nvSpPr>
        <p:spPr>
          <a:xfrm>
            <a:off x="6604000" y="3206750"/>
            <a:ext cx="4889500" cy="130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8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明るい通り。静かな道。 どちらも、今日は仮の選択肢。</a:t>
            </a:r>
            <a:endParaRPr lang="vi-VN" sz="1850"/>
          </a:p>
        </p:txBody>
      </p:sp>
      <p:sp>
        <p:nvSpPr>
          <p:cNvPr id="8" name="Text"/>
          <p:cNvSpPr txBox="1"/>
          <p:nvPr/>
        </p:nvSpPr>
        <p:spPr>
          <a:xfrm>
            <a:off x="698500" y="6223000"/>
            <a:ext cx="9398000" cy="349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050" dirty="0">
                <a:solidFill>
                  <a:srgbClr val="415148">
                    <a:alpha val="100000"/>
                  </a:srgbClr>
                </a:solidFill>
                <a:latin typeface="Zen Kaku Gothic New"/>
                <a:cs typeface="Zen Kaku Gothic New"/>
              </a:rPr>
              <a:t>架空の散歩企画 / 道・地点は創作の説明図です。</a:t>
            </a:r>
            <a:endParaRPr lang="vi-VN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rail"/>
          <p:cNvSpPr/>
          <p:nvPr/>
        </p:nvSpPr>
        <p:spPr>
          <a:xfrm>
            <a:off x="7302500" y="4889500"/>
            <a:ext cx="3365500" cy="412750"/>
          </a:xfrm>
          <a:prstGeom prst="rect">
            <a:avLst/>
          </a:prstGeom>
          <a:solidFill>
            <a:srgbClr val="1B5D4A">
              <a:alpha val="100000"/>
            </a:srgbClr>
          </a:solidFill>
          <a:ln>
            <a:noFill/>
          </a:ln>
        </p:spPr>
      </p:sp>
      <p:sp>
        <p:nvSpPr>
          <p:cNvPr id="3" name="!!marker"/>
          <p:cNvSpPr/>
          <p:nvPr/>
        </p:nvSpPr>
        <p:spPr>
          <a:xfrm>
            <a:off x="11049000" y="3302000"/>
            <a:ext cx="603250" cy="1714500"/>
          </a:xfrm>
          <a:prstGeom prst="rect">
            <a:avLst/>
          </a:prstGeom>
          <a:solidFill>
            <a:srgbClr val="F4C95B">
              <a:alpha val="100000"/>
            </a:srgbClr>
          </a:solidFill>
          <a:ln w="31750">
            <a:solidFill>
              <a:srgbClr val="16201D">
                <a:alpha val="100000"/>
              </a:srgbClr>
            </a:solidFill>
          </a:ln>
        </p:spPr>
      </p:sp>
      <p:sp>
        <p:nvSpPr>
          <p:cNvPr id="4" name="!!traveler"/>
          <p:cNvSpPr/>
          <p:nvPr/>
        </p:nvSpPr>
        <p:spPr>
          <a:xfrm>
            <a:off x="8572500" y="3619500"/>
            <a:ext cx="1079500" cy="603250"/>
          </a:xfrm>
          <a:prstGeom prst="roundRect">
            <a:avLst>
              <a:gd name="adj" fmla="val 12631"/>
            </a:avLst>
          </a:prstGeom>
          <a:solidFill>
            <a:srgbClr val="CF5033">
              <a:alpha val="100000"/>
            </a:srgbClr>
          </a:solidFill>
          <a:ln>
            <a:noFill/>
          </a:ln>
        </p:spPr>
      </p:sp>
      <p:sp>
        <p:nvSpPr>
          <p:cNvPr id="5" name="Text"/>
          <p:cNvSpPr txBox="1"/>
          <p:nvPr/>
        </p:nvSpPr>
        <p:spPr>
          <a:xfrm>
            <a:off x="698500" y="482600"/>
            <a:ext cx="571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2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04 / WALK &amp; WANDER</a:t>
            </a:r>
            <a:endParaRPr lang="vi-VN" sz="1250"/>
          </a:p>
        </p:txBody>
      </p:sp>
      <p:sp>
        <p:nvSpPr>
          <p:cNvPr id="6" name="Text"/>
          <p:cNvSpPr txBox="1"/>
          <p:nvPr/>
        </p:nvSpPr>
        <p:spPr>
          <a:xfrm>
            <a:off x="698500" y="4095750"/>
            <a:ext cx="6985000" cy="130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8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眺める。メモする。何もしない。 途中で止まる時間を残す。</a:t>
            </a:r>
            <a:endParaRPr lang="vi-VN" sz="1850"/>
          </a:p>
        </p:txBody>
      </p:sp>
      <p:sp>
        <p:nvSpPr>
          <p:cNvPr id="7" name="Text"/>
          <p:cNvSpPr txBox="1"/>
          <p:nvPr/>
        </p:nvSpPr>
        <p:spPr>
          <a:xfrm>
            <a:off x="698500" y="6223000"/>
            <a:ext cx="9398000" cy="349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050" dirty="0">
                <a:solidFill>
                  <a:srgbClr val="415148">
                    <a:alpha val="100000"/>
                  </a:srgbClr>
                </a:solidFill>
                <a:latin typeface="Zen Kaku Gothic New"/>
                <a:cs typeface="Zen Kaku Gothic New"/>
              </a:rPr>
              <a:t>架空の散歩企画 / 道・地点は創作の説明図です。</a:t>
            </a:r>
            <a:endParaRPr lang="vi-VN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rail"/>
          <p:cNvSpPr/>
          <p:nvPr/>
        </p:nvSpPr>
        <p:spPr>
          <a:xfrm rot="1440000">
            <a:off x="8382000" y="1016000"/>
            <a:ext cx="266700" cy="4381500"/>
          </a:xfrm>
          <a:prstGeom prst="rect">
            <a:avLst/>
          </a:prstGeom>
          <a:solidFill>
            <a:srgbClr val="1B5D4A">
              <a:alpha val="100000"/>
            </a:srgbClr>
          </a:solidFill>
          <a:ln>
            <a:noFill/>
          </a:ln>
        </p:spPr>
      </p:sp>
      <p:sp>
        <p:nvSpPr>
          <p:cNvPr id="3" name="!!marker"/>
          <p:cNvSpPr/>
          <p:nvPr/>
        </p:nvSpPr>
        <p:spPr>
          <a:xfrm>
            <a:off x="9271000" y="5334000"/>
            <a:ext cx="1524000" cy="349250"/>
          </a:xfrm>
          <a:prstGeom prst="rect">
            <a:avLst/>
          </a:prstGeom>
          <a:solidFill>
            <a:srgbClr val="F4C95B">
              <a:alpha val="100000"/>
            </a:srgbClr>
          </a:solidFill>
          <a:ln w="31750">
            <a:solidFill>
              <a:srgbClr val="16201D">
                <a:alpha val="100000"/>
              </a:srgbClr>
            </a:solidFill>
          </a:ln>
        </p:spPr>
      </p:sp>
      <p:sp>
        <p:nvSpPr>
          <p:cNvPr id="4" name="!!traveler"/>
          <p:cNvSpPr/>
          <p:nvPr/>
        </p:nvSpPr>
        <p:spPr>
          <a:xfrm>
            <a:off x="9906000" y="2222500"/>
            <a:ext cx="730250" cy="730250"/>
          </a:xfrm>
          <a:prstGeom prst="ellipse">
            <a:avLst/>
          </a:prstGeom>
          <a:solidFill>
            <a:srgbClr val="CF5033">
              <a:alpha val="100000"/>
            </a:srgbClr>
          </a:solidFill>
          <a:ln>
            <a:noFill/>
          </a:ln>
        </p:spPr>
      </p:sp>
      <p:sp>
        <p:nvSpPr>
          <p:cNvPr id="5" name="Text"/>
          <p:cNvSpPr txBox="1"/>
          <p:nvPr/>
        </p:nvSpPr>
        <p:spPr>
          <a:xfrm>
            <a:off x="698500" y="482600"/>
            <a:ext cx="571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2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05 / WALK &amp; WANDER</a:t>
            </a:r>
            <a:endParaRPr lang="vi-VN" sz="1250"/>
          </a:p>
        </p:txBody>
      </p:sp>
      <p:sp>
        <p:nvSpPr>
          <p:cNvPr id="6" name="Text"/>
          <p:cNvSpPr txBox="1"/>
          <p:nvPr/>
        </p:nvSpPr>
        <p:spPr>
          <a:xfrm>
            <a:off x="698500" y="4095750"/>
            <a:ext cx="6985000" cy="130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8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行きとは違う景色を、 帰りにひとつ見つける。</a:t>
            </a:r>
            <a:endParaRPr lang="vi-VN" sz="1850"/>
          </a:p>
        </p:txBody>
      </p:sp>
      <p:sp>
        <p:nvSpPr>
          <p:cNvPr id="7" name="Text"/>
          <p:cNvSpPr txBox="1"/>
          <p:nvPr/>
        </p:nvSpPr>
        <p:spPr>
          <a:xfrm>
            <a:off x="698500" y="6223000"/>
            <a:ext cx="9398000" cy="349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050" dirty="0">
                <a:solidFill>
                  <a:srgbClr val="415148">
                    <a:alpha val="100000"/>
                  </a:srgbClr>
                </a:solidFill>
                <a:latin typeface="Zen Kaku Gothic New"/>
                <a:cs typeface="Zen Kaku Gothic New"/>
              </a:rPr>
              <a:t>架空の散歩企画 / 道・地点は創作の説明図です。</a:t>
            </a:r>
            <a:endParaRPr lang="vi-VN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2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rail"/>
          <p:cNvSpPr/>
          <p:nvPr/>
        </p:nvSpPr>
        <p:spPr>
          <a:xfrm>
            <a:off x="7556500" y="4953000"/>
            <a:ext cx="4127500" cy="165100"/>
          </a:xfrm>
          <a:prstGeom prst="rect">
            <a:avLst/>
          </a:prstGeom>
          <a:solidFill>
            <a:srgbClr val="1B5D4A">
              <a:alpha val="100000"/>
            </a:srgbClr>
          </a:solidFill>
          <a:ln>
            <a:noFill/>
          </a:ln>
        </p:spPr>
      </p:sp>
      <p:sp>
        <p:nvSpPr>
          <p:cNvPr id="3" name="!!marker"/>
          <p:cNvSpPr/>
          <p:nvPr/>
        </p:nvSpPr>
        <p:spPr>
          <a:xfrm rot="-480000">
            <a:off x="10255250" y="4318000"/>
            <a:ext cx="984250" cy="571500"/>
          </a:xfrm>
          <a:prstGeom prst="rect">
            <a:avLst/>
          </a:prstGeom>
          <a:solidFill>
            <a:srgbClr val="F4C95B">
              <a:alpha val="100000"/>
            </a:srgbClr>
          </a:solidFill>
          <a:ln w="31750">
            <a:solidFill>
              <a:srgbClr val="16201D">
                <a:alpha val="100000"/>
              </a:srgbClr>
            </a:solidFill>
          </a:ln>
        </p:spPr>
      </p:sp>
      <p:sp>
        <p:nvSpPr>
          <p:cNvPr id="4" name="!!traveler"/>
          <p:cNvSpPr/>
          <p:nvPr/>
        </p:nvSpPr>
        <p:spPr>
          <a:xfrm>
            <a:off x="8572500" y="1841500"/>
            <a:ext cx="2286000" cy="2286000"/>
          </a:xfrm>
          <a:prstGeom prst="ellipse">
            <a:avLst/>
          </a:prstGeom>
          <a:solidFill>
            <a:srgbClr val="CF5033">
              <a:alpha val="100000"/>
            </a:srgbClr>
          </a:solidFill>
          <a:ln>
            <a:noFill/>
          </a:ln>
        </p:spPr>
      </p:sp>
      <p:sp>
        <p:nvSpPr>
          <p:cNvPr id="5" name="Text"/>
          <p:cNvSpPr txBox="1"/>
          <p:nvPr/>
        </p:nvSpPr>
        <p:spPr>
          <a:xfrm>
            <a:off x="698500" y="482600"/>
            <a:ext cx="5715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2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06 / WALK &amp; WANDER</a:t>
            </a:r>
            <a:endParaRPr lang="vi-VN" sz="1250"/>
          </a:p>
        </p:txBody>
      </p:sp>
      <p:sp>
        <p:nvSpPr>
          <p:cNvPr id="6" name="Text"/>
          <p:cNvSpPr txBox="1"/>
          <p:nvPr/>
        </p:nvSpPr>
        <p:spPr>
          <a:xfrm>
            <a:off x="698500" y="4095750"/>
            <a:ext cx="6985000" cy="130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850" dirty="0">
                <a:solidFill>
                  <a:srgbClr val="16201D">
                    <a:alpha val="100000"/>
                  </a:srgbClr>
                </a:solidFill>
                <a:latin typeface="Zen Kaku Gothic New"/>
                <a:cs typeface="Zen Kaku Gothic New"/>
              </a:rPr>
              <a:t>見つけたことを一言だけ。 次に歩くときの入口に。</a:t>
            </a:r>
            <a:endParaRPr lang="vi-VN" sz="1850"/>
          </a:p>
        </p:txBody>
      </p:sp>
      <p:sp>
        <p:nvSpPr>
          <p:cNvPr id="7" name="Text"/>
          <p:cNvSpPr txBox="1"/>
          <p:nvPr/>
        </p:nvSpPr>
        <p:spPr>
          <a:xfrm>
            <a:off x="698500" y="6223000"/>
            <a:ext cx="9398000" cy="349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vi-VN" sz="1050" dirty="0">
                <a:solidFill>
                  <a:srgbClr val="415148">
                    <a:alpha val="100000"/>
                  </a:srgbClr>
                </a:solidFill>
                <a:latin typeface="Zen Kaku Gothic New"/>
                <a:cs typeface="Zen Kaku Gothic New"/>
              </a:rPr>
              <a:t>架空の散歩企画 / 道・地点は創作の説明図です。</a:t>
            </a:r>
            <a:endParaRPr lang="vi-VN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SlideFly">
  <a:themeElements>
    <a:clrScheme name="SlideFly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2563EB"/>
      </a:accent1>
      <a:accent2>
        <a:srgbClr val="DB2777"/>
      </a:accent2>
      <a:accent3>
        <a:srgbClr val="059669"/>
      </a:accent3>
      <a:accent4>
        <a:srgbClr val="D97706"/>
      </a:accent4>
      <a:accent5>
        <a:srgbClr val="7C3AED"/>
      </a:accent5>
      <a:accent6>
        <a:srgbClr val="DC2626"/>
      </a:accent6>
      <a:hlink>
        <a:srgbClr val="2563EB"/>
      </a:hlink>
      <a:folHlink>
        <a:srgbClr val="7C3AED"/>
      </a:folHlink>
    </a:clrScheme>
    <a:fontScheme name="SlideFly">
      <a:majorFont>
        <a:latin typeface="Zen Kaku Gothic New"/>
        <a:ea typeface=""/>
        <a:cs typeface=""/>
      </a:majorFont>
      <a:minorFont>
        <a:latin typeface="Zen Kaku Gothic New"/>
        <a:ea typeface=""/>
        <a:cs typeface=""/>
      </a:minorFont>
    </a:fontScheme>
    <a:fmtScheme name="SlideFly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SlideFly</Application>
  <Slides>6</Slides>
</Properties>
</file>

<file path=docProps/core.xml><?xml version="1.0" encoding="utf-8"?>
<cp:coreProperties xmlns:cp="http://schemas.openxmlformats.org/package/2006/metadata/core-properties" xmlns:dc="http://purl.org/dc/elements/1.1/">
  <dc:title>街を歩く、寄り道を選ぶ。</dc:title>
  <dc:creator>SlideFly</dc:creator>
</cp:coreProperties>
</file>