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本頁は架空の文化企画を説明する制作例の第1頁です。開催実績、調査値、実在の第三者の発言を示すものではありません。企画条件は協力書店との相談で決める想定です。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本頁は架空の文化企画を説明する制作例の第2頁です。開催実績、調査値、実在の第三者の発言を示すものではありません。企画条件は協力書店との相談で決める想定です。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本頁は架空の文化企画を説明する制作例の第3頁です。開催実績、調査値、実在の第三者の発言を示すものではありません。企画条件は協力書店との相談で決める想定です。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本頁は架空の文化企画を説明する制作例の第4頁です。開催実績、調査値、実在の第三者の発言を示すものではありません。企画条件は協力書店との相談で決める想定です。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本頁は架空の文化企画を説明する制作例の第5頁です。開催実績、調査値、実在の第三者の発言を示すものではありません。企画条件は協力書店との相談で決める想定です。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本頁は架空の文化企画を説明する制作例の第6頁です。開催実績、調査値、実在の第三者の発言を示すものではありません。企画条件は協力書店との相談で決める想定です。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本頁は架空の文化企画を説明する制作例の第7頁です。開催実績、調査値、実在の第三者の発言を示すものではありません。企画条件は協力書店との相談で決める想定です。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本頁は架空の文化企画を説明する制作例の第8頁です。開催実績、調査値、実在の第三者の発言を示すものではありません。企画条件は協力書店との相談で決める想定です。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E9E0D1"/>
          </a:solidFill>
          <a:ln w="12700">
            <a:solidFill>
              <a:srgbClr val="E9E0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786384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週末編集室｜架空の企画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9436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まちを、</a:t>
            </a:r>
            <a:endParaRPr lang="en-US" sz="4500" dirty="0"/>
          </a:p>
          <a:p>
            <a:pPr algn="l" indent="0" marL="0">
              <a:buNone/>
            </a:pPr>
            <a:r>
              <a:rPr lang="en-US" sz="45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余白から。</a:t>
            </a:r>
            <a:endParaRPr lang="en-US" sz="4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07792"/>
            <a:ext cx="5257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小さな書店の週末編集室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架空の地域文化企画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3995928"/>
            <a:ext cx="1170432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  <p:pic>
        <p:nvPicPr>
          <p:cNvPr id="9" name="Image 0" descr="/workspace/shared/slide-207-prep/ppt_runs/2026-10-14_machi-yohaku/images/slide_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93408" y="621792"/>
            <a:ext cx="4526280" cy="5468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93408" y="621792"/>
            <a:ext cx="4526280" cy="5468112"/>
          </a:xfrm>
          <a:prstGeom prst="rect">
            <a:avLst/>
          </a:prstGeom>
          <a:solidFill>
            <a:srgbClr val="F4F1EA">
              <a:alpha val="0"/>
            </a:srgbClr>
          </a:solidFill>
          <a:ln w="7620">
            <a:solidFill>
              <a:srgbClr val="D7CCB9">
                <a:alpha val="64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週末編集室｜架空の企画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 / 08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481328"/>
            <a:ext cx="102412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本を売る場所から、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まちを編集する場所へ。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60120" y="3090672"/>
            <a:ext cx="45720" cy="10515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3090672"/>
            <a:ext cx="7333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企画の意図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3419856"/>
            <a:ext cx="733348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棚の外にある物語を、書店の中へ。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週末編集室｜架空の企画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 / 08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417320"/>
            <a:ext cx="98755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“読む。歩く。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持ち寄る。”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2971800"/>
            <a:ext cx="6126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これは誰かの引用ではなく、この架空企画の宣言。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棚の読書、編集台の対話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68680" y="1481328"/>
            <a:ext cx="4892040" cy="3794760"/>
          </a:xfrm>
          <a:prstGeom prst="rect">
            <a:avLst>
              <a:gd name="adj" fmla="val 482"/>
            </a:avLst>
          </a:prstGeom>
          <a:solidFill>
            <a:srgbClr val="FFFDF7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2512" y="1481328"/>
            <a:ext cx="4892040" cy="3794760"/>
          </a:xfrm>
          <a:prstGeom prst="rect">
            <a:avLst>
              <a:gd name="adj" fmla="val 482"/>
            </a:avLst>
          </a:prstGeom>
          <a:solidFill>
            <a:srgbClr val="E9E0D1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1719072"/>
            <a:ext cx="43799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いつもの読書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38544" y="1719072"/>
            <a:ext cx="43799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編集室の読書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9576" y="2304288"/>
            <a:ext cx="42519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2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選書をひとりで眺める</a:t>
            </a:r>
            <a:endParaRPr lang="en-US" sz="1520" dirty="0"/>
          </a:p>
          <a:p>
            <a:r>
              <a:rPr lang="en-US" sz="152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読んだ感想は持ち帰る</a:t>
            </a:r>
            <a:endParaRPr lang="en-US" sz="1520" dirty="0"/>
          </a:p>
          <a:p>
            <a:r>
              <a:rPr lang="en-US" sz="152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店の外とはつながらない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6693408" y="2304288"/>
            <a:ext cx="42519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2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気になる一冊を紹介する</a:t>
            </a:r>
            <a:endParaRPr lang="en-US" sz="1520" dirty="0"/>
          </a:p>
          <a:p>
            <a:r>
              <a:rPr lang="en-US" sz="152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街で見つけた断片を持ち寄る</a:t>
            </a:r>
            <a:endParaRPr lang="en-US" sz="1520" dirty="0"/>
          </a:p>
          <a:p>
            <a:r>
              <a:rPr lang="en-US" sz="152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小さな冊子を一緒につくる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街で拾った断片が、一冊になる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 / 08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444752"/>
            <a:ext cx="4709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写真と短い言葉を、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一冊の素材に。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2450592"/>
            <a:ext cx="347472" cy="347472"/>
          </a:xfrm>
          <a:prstGeom prst="ellipse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523744"/>
            <a:ext cx="34747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404872"/>
            <a:ext cx="420624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一冊を選ぶ｜心に残る言葉をひとつ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841248" y="3486912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560064"/>
            <a:ext cx="34747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3441192"/>
            <a:ext cx="420624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街を歩く｜その言葉と出会う場所を探す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41248" y="4523232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596384"/>
            <a:ext cx="34747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4477512"/>
            <a:ext cx="420624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一頁にする｜写真と短文を編集する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6172200" y="1389888"/>
            <a:ext cx="5138928" cy="4407408"/>
          </a:xfrm>
          <a:prstGeom prst="rect">
            <a:avLst>
              <a:gd name="adj" fmla="val 415"/>
            </a:avLst>
          </a:prstGeom>
          <a:solidFill>
            <a:srgbClr val="E9E0D1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627632"/>
            <a:ext cx="46268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体験の断片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48256"/>
            <a:ext cx="45902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街を見る目の違いを楽しむ。</a:t>
            </a:r>
            <a:endParaRPr lang="en-US" sz="1720" dirty="0"/>
          </a:p>
        </p:txBody>
      </p:sp>
      <p:sp>
        <p:nvSpPr>
          <p:cNvPr id="18" name="Shape 16"/>
          <p:cNvSpPr/>
          <p:nvPr/>
        </p:nvSpPr>
        <p:spPr>
          <a:xfrm>
            <a:off x="6483096" y="3063240"/>
            <a:ext cx="310896" cy="310896"/>
          </a:xfrm>
          <a:prstGeom prst="ellipse">
            <a:avLst/>
          </a:prstGeom>
          <a:solidFill>
            <a:srgbClr val="C2410C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3096" y="3136392"/>
            <a:ext cx="310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3017520"/>
            <a:ext cx="4059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本の一節をメモした紙片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483096" y="3813048"/>
            <a:ext cx="310896" cy="310896"/>
          </a:xfrm>
          <a:prstGeom prst="ellipse">
            <a:avLst/>
          </a:prstGeom>
          <a:solidFill>
            <a:srgbClr val="F4F1EA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83096" y="3886200"/>
            <a:ext cx="310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3767328"/>
            <a:ext cx="4059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路地で見つけた光の写真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483096" y="4562856"/>
            <a:ext cx="310896" cy="310896"/>
          </a:xfrm>
          <a:prstGeom prst="ellipse">
            <a:avLst/>
          </a:prstGeom>
          <a:solidFill>
            <a:srgbClr val="F4F1EA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83096" y="4636008"/>
            <a:ext cx="310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517136"/>
            <a:ext cx="4059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店先の会話から生まれた短文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週末編集室の体験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 / 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2880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6140" y="221284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6140" y="182880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街歩き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221284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182880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89620" y="2212848"/>
            <a:ext cx="2400300" cy="256032"/>
          </a:xfrm>
          <a:prstGeom prst="rect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9620" y="182880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3172968"/>
            <a:ext cx="347472" cy="347472"/>
          </a:xfrm>
          <a:prstGeom prst="ellipse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246120"/>
            <a:ext cx="34747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127248"/>
            <a:ext cx="8823960" cy="3543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選書</a:t>
            </a:r>
            <a:endParaRPr lang="en-US" sz="1460" dirty="0"/>
          </a:p>
        </p:txBody>
      </p:sp>
      <p:sp>
        <p:nvSpPr>
          <p:cNvPr id="17" name="Shape 15"/>
          <p:cNvSpPr/>
          <p:nvPr/>
        </p:nvSpPr>
        <p:spPr>
          <a:xfrm>
            <a:off x="960120" y="3710178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783330"/>
            <a:ext cx="34747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664458"/>
            <a:ext cx="8823960" cy="3543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街歩き</a:t>
            </a:r>
            <a:endParaRPr lang="en-US" sz="1460" dirty="0"/>
          </a:p>
        </p:txBody>
      </p:sp>
      <p:sp>
        <p:nvSpPr>
          <p:cNvPr id="20" name="Shape 18"/>
          <p:cNvSpPr/>
          <p:nvPr/>
        </p:nvSpPr>
        <p:spPr>
          <a:xfrm>
            <a:off x="960120" y="4247388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320540"/>
            <a:ext cx="34747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201668"/>
            <a:ext cx="8823960" cy="3543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>
            <a:off x="960120" y="4784598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857750"/>
            <a:ext cx="34747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738878"/>
            <a:ext cx="8823960" cy="3543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共有</a:t>
            </a:r>
            <a:endParaRPr lang="en-US" sz="14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4週間の試行計画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97280" y="2788920"/>
            <a:ext cx="9601200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697480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25856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18104"/>
            <a:ext cx="1371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第1週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協力書店と設計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337560" y="269748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9544" y="225856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118104"/>
            <a:ext cx="1371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第2週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選書と参加募集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669280" y="269748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41264" y="225856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118104"/>
            <a:ext cx="1371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第3週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週末編集室を試行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001000" y="269748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72984" y="225856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118104"/>
            <a:ext cx="1371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第4週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振り返りと改善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E9E0D1"/>
          </a:solidFill>
          <a:ln w="12700">
            <a:solidFill>
              <a:srgbClr val="E9E0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E9E0D1"/>
          </a:solidFill>
          <a:ln w="12700">
            <a:solidFill>
              <a:srgbClr val="E9E0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786384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週末編集室｜架空の企画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298448"/>
            <a:ext cx="59436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次の一頁を、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111111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まちとつくる。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07792"/>
            <a:ext cx="5257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小さな書店の週末編集室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架空の企画・制作サンプル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" y="3995928"/>
            <a:ext cx="1170432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Studio Yebisu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まちを、余白から。</dc:title>
  <dc:subject>小さな書店の週末編集室</dc:subject>
  <dc:creator>codex-ppt-skill</dc:creator>
  <cp:lastModifiedBy>codex-ppt-skill</cp:lastModifiedBy>
  <cp:revision>1</cp:revision>
  <dcterms:created xsi:type="dcterms:W3CDTF">2026-10-14T02:10:28Z</dcterms:created>
  <dcterms:modified xsi:type="dcterms:W3CDTF">2026-10-14T02:10:28Z</dcterms:modified>
</cp:coreProperties>
</file>