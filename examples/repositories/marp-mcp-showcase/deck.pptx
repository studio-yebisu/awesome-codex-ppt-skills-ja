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slide-id: 6eab75b8-400d-463b-b8ff-bac1d363d691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slide-id: bb37fa6e-4c5f-4251-992a-3abad125981f
架空の企画案。具体的な道具・材料の適合は運営側で確認する。参加者に技法手順を指示する資料ではない。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slide-id: 941a5484-4052-4c0e-b730-7713a5d5247d
時間は仮の企画設定で、実測ではない。修理の完成や効果を保証する内容ではない。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slide-id: 3c5194ee-6f93-43ce-806a-68c9fae40fb8
実在の人名・会社・運営実績は示していない。役割の仮案。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slide-id: feeac38f-9c8c-4bf8-ab18-0874dd54fc44
持ち帰る内容の企画案。完成・効果の実績ではない。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slide-id: c7ece041-3574-4c26-ba4a-6b3f261340d5
架空の衣服お直しワークショップ企画。開催・効果・売上の実績はない。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ひとつの服を、&lt;br&gt;もう一度。</dc:title>
  <dc:subject>PptxGenJS Presentation</dc:subject>
  <dc:creator>Created by Marp</dc:creator>
  <cp:lastModifiedBy>Created by Marp</cp:lastModifiedBy>
  <cp:revision>1</cp:revision>
  <dcterms:created xsi:type="dcterms:W3CDTF">2026-10-15T16:43:33Z</dcterms:created>
  <dcterms:modified xsi:type="dcterms:W3CDTF">2026-10-15T16:43:33Z</dcterms:modified>
</cp:coreProperties>
</file>