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雨を避ける場所に、雨を読む場所を重ねるという架空の研究提案です。まだ効果を確かめた計画ではありません。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視点、空間、体験、検証の順に、構想と確かめ方を説明します。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雨を避ける機能は残しながら、雨を観察する余地をつくれないか、という問いから始めます。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雨宿り、観察、記録を重ねることで滞在のあり方が変わるかもしれません。これは検証前の仮説です。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庇、席、棚を別々に足すのでなく、一つの小さな空間として考えます。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庇で雨の動きを受け、席で音を聞き、棚に観察記録を残します。この図は寸法や施工条件を決める前の概念図です。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空間の目的は設備を見せることだけではありません。雨を読むための、短い時間をつくります。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想定する行為は、動きを見る、音を聞く、気づきを書くことです。実際の利用者の反応はまだ観察していません。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効果を前提に建設するのでなく、模型や小さな試作で成立条件を確かめる段階を置きます。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庇、席、棚の関係を試作し、立ち止まり方と使われ方を観察します。安全性、読みやすさ、居心地は見直す項目です。具体的な評価方法と実施条件は今後決めます。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これで提案を終えます。もしあなたの街に置くなら、どんな場所、どんな使われ方が考えられるでしょうか。条件や懸念も含めて対話したいと思います。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shared/slide-208-prep/delivery/examples/repositories/sebastian-208/image_pages/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Studio Yebisu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雨の図書室</dc:title>
  <dc:subject>Image-only academic PPTX with speaker notes</dc:subject>
  <dc:creator>Studio Yebisu</dc:creator>
  <cp:lastModifiedBy>Studio Yebisu</cp:lastModifiedBy>
  <cp:revision>1</cp:revision>
  <dcterms:created xsi:type="dcterms:W3CDTF">2026-10-14T02:17:45Z</dcterms:created>
  <dcterms:modified xsi:type="dcterms:W3CDTF">2026-10-14T02:17:45Z</dcterms:modified>
</cp:coreProperties>
</file>