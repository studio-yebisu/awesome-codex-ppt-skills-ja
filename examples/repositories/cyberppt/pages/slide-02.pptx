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架空の制作例。SNS・Web・掲示板を行き来する、という課題仮説。既存の発信を生かし、一覧を共通の入口にする。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291667" y="349824"/>
            <a:ext cx="379168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number-rule"/>
          <p:cNvSpPr/>
          <p:nvPr/>
        </p:nvSpPr>
        <p:spPr>
          <a:xfrm>
            <a:off x="743752" y="247792"/>
            <a:ext cx="3646" cy="546599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1028127" y="196776"/>
            <a:ext cx="10645858" cy="58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まず「探す場所」をそろえる</a:t>
            </a:r>
            <a:endParaRPr lang="en-US" sz="3600" dirty="0"/>
          </a:p>
        </p:txBody>
      </p:sp>
      <p:sp>
        <p:nvSpPr>
          <p:cNvPr id="5" name="subtitle"/>
          <p:cNvSpPr/>
          <p:nvPr/>
        </p:nvSpPr>
        <p:spPr>
          <a:xfrm>
            <a:off x="1035419" y="838119"/>
            <a:ext cx="10791692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SNS・Web・掲示板を行き来する、という課題仮説</a:t>
            </a:r>
            <a:endParaRPr lang="en-US" sz="2000" dirty="0"/>
          </a:p>
        </p:txBody>
      </p:sp>
      <p:sp>
        <p:nvSpPr>
          <p:cNvPr id="6" name="header-rule"/>
          <p:cNvSpPr/>
          <p:nvPr/>
        </p:nvSpPr>
        <p:spPr>
          <a:xfrm>
            <a:off x="291667" y="1326414"/>
            <a:ext cx="11608361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7" name="section"/>
          <p:cNvSpPr/>
          <p:nvPr/>
        </p:nvSpPr>
        <p:spPr>
          <a:xfrm>
            <a:off x="284376" y="1552342"/>
            <a:ext cx="6562515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案内の入口をそろえる</a:t>
            </a:r>
            <a:endParaRPr lang="en-US" sz="2100" dirty="0"/>
          </a:p>
        </p:txBody>
      </p:sp>
      <p:sp>
        <p:nvSpPr>
          <p:cNvPr id="8" name="current"/>
          <p:cNvSpPr/>
          <p:nvPr/>
        </p:nvSpPr>
        <p:spPr>
          <a:xfrm>
            <a:off x="1050002" y="2186397"/>
            <a:ext cx="207813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現状の仮説</a:t>
            </a:r>
            <a:endParaRPr lang="en-US" sz="2100" dirty="0"/>
          </a:p>
        </p:txBody>
      </p:sp>
      <p:sp>
        <p:nvSpPr>
          <p:cNvPr id="9" name="proposal"/>
          <p:cNvSpPr/>
          <p:nvPr/>
        </p:nvSpPr>
        <p:spPr>
          <a:xfrm>
            <a:off x="5760430" y="2186397"/>
            <a:ext cx="729168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2100" dirty="0"/>
          </a:p>
        </p:txBody>
      </p:sp>
      <p:sp>
        <p:nvSpPr>
          <p:cNvPr id="10" name="keep"/>
          <p:cNvSpPr/>
          <p:nvPr/>
        </p:nvSpPr>
        <p:spPr>
          <a:xfrm>
            <a:off x="9697939" y="2186397"/>
            <a:ext cx="160417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残すもの</a:t>
            </a:r>
            <a:endParaRPr lang="en-US" sz="2100" dirty="0"/>
          </a:p>
        </p:txBody>
      </p:sp>
      <p:sp>
        <p:nvSpPr>
          <p:cNvPr id="11" name="source-box-0"/>
          <p:cNvSpPr/>
          <p:nvPr/>
        </p:nvSpPr>
        <p:spPr>
          <a:xfrm>
            <a:off x="532293" y="2630965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12" name="source-label-0"/>
          <p:cNvSpPr/>
          <p:nvPr/>
        </p:nvSpPr>
        <p:spPr>
          <a:xfrm>
            <a:off x="729168" y="2776725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</a:t>
            </a:r>
            <a:endParaRPr lang="en-US" sz="2100" dirty="0"/>
          </a:p>
        </p:txBody>
      </p:sp>
      <p:sp>
        <p:nvSpPr>
          <p:cNvPr id="13" name="source-box-1"/>
          <p:cNvSpPr/>
          <p:nvPr/>
        </p:nvSpPr>
        <p:spPr>
          <a:xfrm>
            <a:off x="532293" y="3483660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14" name="source-label-1"/>
          <p:cNvSpPr/>
          <p:nvPr/>
        </p:nvSpPr>
        <p:spPr>
          <a:xfrm>
            <a:off x="729168" y="3629420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</a:t>
            </a:r>
            <a:endParaRPr lang="en-US" sz="2100" dirty="0"/>
          </a:p>
        </p:txBody>
      </p:sp>
      <p:sp>
        <p:nvSpPr>
          <p:cNvPr id="15" name="source-box-2"/>
          <p:cNvSpPr/>
          <p:nvPr/>
        </p:nvSpPr>
        <p:spPr>
          <a:xfrm>
            <a:off x="532293" y="4336355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16" name="source-label-2"/>
          <p:cNvSpPr/>
          <p:nvPr/>
        </p:nvSpPr>
        <p:spPr>
          <a:xfrm>
            <a:off x="729168" y="4482115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掲示板</a:t>
            </a:r>
            <a:endParaRPr lang="en-US" sz="2100" dirty="0"/>
          </a:p>
        </p:txBody>
      </p:sp>
      <p:sp>
        <p:nvSpPr>
          <p:cNvPr id="17" name="list-box"/>
          <p:cNvSpPr/>
          <p:nvPr/>
        </p:nvSpPr>
        <p:spPr>
          <a:xfrm>
            <a:off x="4375010" y="2856893"/>
            <a:ext cx="3441675" cy="1851150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18" name="list-label"/>
          <p:cNvSpPr/>
          <p:nvPr/>
        </p:nvSpPr>
        <p:spPr>
          <a:xfrm>
            <a:off x="4681261" y="3527388"/>
            <a:ext cx="2909382" cy="55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共通のイベント一覧</a:t>
            </a:r>
            <a:endParaRPr lang="en-US" sz="2500" dirty="0"/>
          </a:p>
        </p:txBody>
      </p:sp>
      <p:sp>
        <p:nvSpPr>
          <p:cNvPr id="19" name="details-box"/>
          <p:cNvSpPr/>
          <p:nvPr/>
        </p:nvSpPr>
        <p:spPr>
          <a:xfrm>
            <a:off x="8873979" y="2856893"/>
            <a:ext cx="3026049" cy="1851150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20" name="details-label"/>
          <p:cNvSpPr/>
          <p:nvPr/>
        </p:nvSpPr>
        <p:spPr>
          <a:xfrm>
            <a:off x="8983354" y="3439932"/>
            <a:ext cx="2807298" cy="728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各店の詳しい案内への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リンク</a:t>
            </a:r>
            <a:endParaRPr lang="en-US" sz="1900" dirty="0"/>
          </a:p>
        </p:txBody>
      </p:sp>
      <p:sp>
        <p:nvSpPr>
          <p:cNvPr id="21" name="route-1"/>
          <p:cNvSpPr/>
          <p:nvPr/>
        </p:nvSpPr>
        <p:spPr>
          <a:xfrm>
            <a:off x="2945840" y="2966213"/>
            <a:ext cx="1421878" cy="532023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2" name="route-2"/>
          <p:cNvSpPr/>
          <p:nvPr/>
        </p:nvSpPr>
        <p:spPr>
          <a:xfrm>
            <a:off x="2945840" y="3797044"/>
            <a:ext cx="1421878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3" name="route-3"/>
          <p:cNvSpPr/>
          <p:nvPr/>
        </p:nvSpPr>
        <p:spPr>
          <a:xfrm flipV="1">
            <a:off x="2945840" y="4081275"/>
            <a:ext cx="1421878" cy="568463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4" name="route-4"/>
          <p:cNvSpPr/>
          <p:nvPr/>
        </p:nvSpPr>
        <p:spPr>
          <a:xfrm>
            <a:off x="7816685" y="3797044"/>
            <a:ext cx="1050002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5" name="caveat"/>
          <p:cNvSpPr/>
          <p:nvPr/>
        </p:nvSpPr>
        <p:spPr>
          <a:xfrm>
            <a:off x="284376" y="5312946"/>
            <a:ext cx="3645842" cy="26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現地調査は未実施</a:t>
            </a:r>
            <a:endParaRPr lang="en-US" sz="1400" dirty="0"/>
          </a:p>
        </p:txBody>
      </p:sp>
      <p:sp>
        <p:nvSpPr>
          <p:cNvPr id="26" name="bottom-rule"/>
          <p:cNvSpPr/>
          <p:nvPr/>
        </p:nvSpPr>
        <p:spPr>
          <a:xfrm>
            <a:off x="291667" y="5859545"/>
            <a:ext cx="11608361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27" name="takeaway"/>
          <p:cNvSpPr/>
          <p:nvPr/>
        </p:nvSpPr>
        <p:spPr>
          <a:xfrm>
            <a:off x="291667" y="6063609"/>
            <a:ext cx="9406272" cy="451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既存の発信を生かし、一覧を共通の入口にする。</a:t>
            </a:r>
            <a:endParaRPr lang="en-US" sz="2700" dirty="0"/>
          </a:p>
        </p:txBody>
      </p:sp>
      <p:sp>
        <p:nvSpPr>
          <p:cNvPr id="28" name="footer"/>
          <p:cNvSpPr/>
          <p:nvPr/>
        </p:nvSpPr>
        <p:spPr>
          <a:xfrm>
            <a:off x="9829190" y="6376993"/>
            <a:ext cx="2107297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架空の企画例。課題は検証前の仮説です。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まず「探す場所」をそろえる</dc:title>
  <dc:subject>架空の商店街企画</dc:subject>
  <dc:creator>CyberPPT Japanese repository example</dc:creator>
  <cp:lastModifiedBy>CyberPPT Japanese repository example</cp:lastModifiedBy>
  <cp:revision>1</cp:revision>
  <dcterms:created xsi:type="dcterms:W3CDTF">2026-10-13T20:32:57Z</dcterms:created>
  <dcterms:modified xsi:type="dcterms:W3CDTF">2026-10-13T20:32:57Z</dcterms:modified>
</cp:coreProperties>
</file>