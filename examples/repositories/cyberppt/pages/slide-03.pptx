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架空の制作例。日時・場所・費用・雨天時の扱いを同じ順序で掲載。見た目より先に、掲載項目と更新日をそろえる。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ge-number"/>
          <p:cNvSpPr/>
          <p:nvPr/>
        </p:nvSpPr>
        <p:spPr>
          <a:xfrm>
            <a:off x="226042" y="269656"/>
            <a:ext cx="444793" cy="371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9A5A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</a:t>
            </a:r>
            <a:endParaRPr lang="en-US" sz="2300" dirty="0"/>
          </a:p>
        </p:txBody>
      </p:sp>
      <p:sp>
        <p:nvSpPr>
          <p:cNvPr id="3" name="number-rule"/>
          <p:cNvSpPr/>
          <p:nvPr/>
        </p:nvSpPr>
        <p:spPr>
          <a:xfrm>
            <a:off x="772918" y="189488"/>
            <a:ext cx="3646" cy="502871"/>
          </a:xfrm>
          <a:prstGeom prst="line">
            <a:avLst/>
          </a:prstGeom>
          <a:noFill/>
          <a:ln w="10160">
            <a:solidFill>
              <a:srgbClr val="9A5A2E"/>
            </a:solidFill>
            <a:prstDash val="solid"/>
          </a:ln>
        </p:spPr>
      </p:sp>
      <p:sp>
        <p:nvSpPr>
          <p:cNvPr id="4" name="title"/>
          <p:cNvSpPr/>
          <p:nvPr/>
        </p:nvSpPr>
        <p:spPr>
          <a:xfrm>
            <a:off x="991669" y="291520"/>
            <a:ext cx="10645858" cy="575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一覧には、比較に必要な項目をそろえる</a:t>
            </a:r>
            <a:endParaRPr lang="en-US" sz="3400" dirty="0"/>
          </a:p>
        </p:txBody>
      </p:sp>
      <p:sp>
        <p:nvSpPr>
          <p:cNvPr id="5" name="subtitle"/>
          <p:cNvSpPr/>
          <p:nvPr/>
        </p:nvSpPr>
        <p:spPr>
          <a:xfrm>
            <a:off x="984377" y="787103"/>
            <a:ext cx="10791692" cy="393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日時・場所・費用・雨天時の扱いを同じ順序で掲載</a:t>
            </a:r>
            <a:endParaRPr lang="en-US" sz="2000" dirty="0"/>
          </a:p>
        </p:txBody>
      </p:sp>
      <p:sp>
        <p:nvSpPr>
          <p:cNvPr id="6" name="table-header"/>
          <p:cNvSpPr/>
          <p:nvPr/>
        </p:nvSpPr>
        <p:spPr>
          <a:xfrm>
            <a:off x="255209" y="1406582"/>
            <a:ext cx="11688569" cy="757951"/>
          </a:xfrm>
          <a:prstGeom prst="rect">
            <a:avLst/>
          </a:prstGeom>
          <a:solidFill>
            <a:srgbClr val="9A5A2E"/>
          </a:solidFill>
          <a:ln w="10160">
            <a:solidFill>
              <a:srgbClr val="B8B6B1">
                <a:alpha val="0"/>
              </a:srgbClr>
            </a:solidFill>
            <a:prstDash val="solid"/>
          </a:ln>
        </p:spPr>
      </p:sp>
      <p:sp>
        <p:nvSpPr>
          <p:cNvPr id="7" name="table-v-0"/>
          <p:cNvSpPr/>
          <p:nvPr/>
        </p:nvSpPr>
        <p:spPr>
          <a:xfrm>
            <a:off x="255209" y="1406582"/>
            <a:ext cx="3646" cy="37970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8" name="table-v-1"/>
          <p:cNvSpPr/>
          <p:nvPr/>
        </p:nvSpPr>
        <p:spPr>
          <a:xfrm>
            <a:off x="2617714" y="1406582"/>
            <a:ext cx="3646" cy="37970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9" name="table-v-2"/>
          <p:cNvSpPr/>
          <p:nvPr/>
        </p:nvSpPr>
        <p:spPr>
          <a:xfrm>
            <a:off x="4951053" y="1406582"/>
            <a:ext cx="3646" cy="37970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0" name="table-v-3"/>
          <p:cNvSpPr/>
          <p:nvPr/>
        </p:nvSpPr>
        <p:spPr>
          <a:xfrm>
            <a:off x="7335434" y="1406582"/>
            <a:ext cx="3646" cy="37970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1" name="table-v-4"/>
          <p:cNvSpPr/>
          <p:nvPr/>
        </p:nvSpPr>
        <p:spPr>
          <a:xfrm>
            <a:off x="9617731" y="1406582"/>
            <a:ext cx="3646" cy="37970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2" name="table-v-5"/>
          <p:cNvSpPr/>
          <p:nvPr/>
        </p:nvSpPr>
        <p:spPr>
          <a:xfrm>
            <a:off x="11943778" y="1406582"/>
            <a:ext cx="3646" cy="37970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3" name="table-h-0"/>
          <p:cNvSpPr/>
          <p:nvPr/>
        </p:nvSpPr>
        <p:spPr>
          <a:xfrm>
            <a:off x="255209" y="1406582"/>
            <a:ext cx="11688569" cy="36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4" name="table-h-1"/>
          <p:cNvSpPr/>
          <p:nvPr/>
        </p:nvSpPr>
        <p:spPr>
          <a:xfrm>
            <a:off x="255209" y="2164533"/>
            <a:ext cx="11688569" cy="36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5" name="table-h-2"/>
          <p:cNvSpPr/>
          <p:nvPr/>
        </p:nvSpPr>
        <p:spPr>
          <a:xfrm>
            <a:off x="255209" y="3162988"/>
            <a:ext cx="11688569" cy="36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6" name="table-h-3"/>
          <p:cNvSpPr/>
          <p:nvPr/>
        </p:nvSpPr>
        <p:spPr>
          <a:xfrm>
            <a:off x="255209" y="4190595"/>
            <a:ext cx="11688569" cy="36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7" name="table-h-4"/>
          <p:cNvSpPr/>
          <p:nvPr/>
        </p:nvSpPr>
        <p:spPr>
          <a:xfrm>
            <a:off x="255209" y="5203626"/>
            <a:ext cx="11688569" cy="36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18" name="header-0"/>
          <p:cNvSpPr/>
          <p:nvPr/>
        </p:nvSpPr>
        <p:spPr>
          <a:xfrm>
            <a:off x="328126" y="1530478"/>
            <a:ext cx="2216672" cy="5393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イベント</a:t>
            </a:r>
            <a:endParaRPr lang="en-US" sz="2200" dirty="0"/>
          </a:p>
        </p:txBody>
      </p:sp>
      <p:sp>
        <p:nvSpPr>
          <p:cNvPr id="19" name="header-1"/>
          <p:cNvSpPr/>
          <p:nvPr/>
        </p:nvSpPr>
        <p:spPr>
          <a:xfrm>
            <a:off x="2690631" y="1530478"/>
            <a:ext cx="2187505" cy="5393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日時</a:t>
            </a:r>
            <a:endParaRPr lang="en-US" sz="2200" dirty="0"/>
          </a:p>
        </p:txBody>
      </p:sp>
      <p:sp>
        <p:nvSpPr>
          <p:cNvPr id="20" name="header-2"/>
          <p:cNvSpPr/>
          <p:nvPr/>
        </p:nvSpPr>
        <p:spPr>
          <a:xfrm>
            <a:off x="5023970" y="1530478"/>
            <a:ext cx="2238547" cy="5393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場所</a:t>
            </a:r>
            <a:endParaRPr lang="en-US" sz="2200" dirty="0"/>
          </a:p>
        </p:txBody>
      </p:sp>
      <p:sp>
        <p:nvSpPr>
          <p:cNvPr id="21" name="header-3"/>
          <p:cNvSpPr/>
          <p:nvPr/>
        </p:nvSpPr>
        <p:spPr>
          <a:xfrm>
            <a:off x="7408351" y="1530478"/>
            <a:ext cx="2136463" cy="5393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費用</a:t>
            </a:r>
            <a:endParaRPr lang="en-US" sz="2200" dirty="0"/>
          </a:p>
        </p:txBody>
      </p:sp>
      <p:sp>
        <p:nvSpPr>
          <p:cNvPr id="22" name="header-4"/>
          <p:cNvSpPr/>
          <p:nvPr/>
        </p:nvSpPr>
        <p:spPr>
          <a:xfrm>
            <a:off x="9690648" y="1530478"/>
            <a:ext cx="2180213" cy="5393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雨天時</a:t>
            </a:r>
            <a:endParaRPr lang="en-US" sz="2200" dirty="0"/>
          </a:p>
        </p:txBody>
      </p:sp>
      <p:sp>
        <p:nvSpPr>
          <p:cNvPr id="23" name="cell-0-0"/>
          <p:cNvSpPr/>
          <p:nvPr/>
        </p:nvSpPr>
        <p:spPr>
          <a:xfrm>
            <a:off x="444793" y="2295717"/>
            <a:ext cx="2019796" cy="706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朝のパン市</a:t>
            </a:r>
            <a:endParaRPr lang="en-US" sz="2100" dirty="0"/>
          </a:p>
        </p:txBody>
      </p:sp>
      <p:sp>
        <p:nvSpPr>
          <p:cNvPr id="24" name="cell-0-1"/>
          <p:cNvSpPr/>
          <p:nvPr/>
        </p:nvSpPr>
        <p:spPr>
          <a:xfrm>
            <a:off x="2894798" y="2295717"/>
            <a:ext cx="1990630" cy="706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11月7日（土）</a:t>
            </a:r>
            <a:endParaRPr lang="en-US" sz="2100" dirty="0"/>
          </a:p>
          <a:p>
            <a:pPr algn="l" indent="0" marL="0">
              <a:buNone/>
            </a:pPr>
            <a:r>
              <a:rPr lang="en-US" sz="21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10–12時</a:t>
            </a:r>
            <a:endParaRPr lang="en-US" sz="2100" dirty="0"/>
          </a:p>
        </p:txBody>
      </p:sp>
      <p:sp>
        <p:nvSpPr>
          <p:cNvPr id="25" name="cell-0-2"/>
          <p:cNvSpPr/>
          <p:nvPr/>
        </p:nvSpPr>
        <p:spPr>
          <a:xfrm>
            <a:off x="5147929" y="2310293"/>
            <a:ext cx="2041671" cy="706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こもれび広場</a:t>
            </a:r>
            <a:endParaRPr lang="en-US" sz="2100" dirty="0"/>
          </a:p>
        </p:txBody>
      </p:sp>
      <p:sp>
        <p:nvSpPr>
          <p:cNvPr id="26" name="cell-0-3"/>
          <p:cNvSpPr/>
          <p:nvPr/>
        </p:nvSpPr>
        <p:spPr>
          <a:xfrm>
            <a:off x="7532309" y="2310293"/>
            <a:ext cx="1939588" cy="706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入場無料／</a:t>
            </a:r>
            <a:endParaRPr lang="en-US" sz="2100" dirty="0"/>
          </a:p>
          <a:p>
            <a:pPr algn="l" indent="0" marL="0">
              <a:buNone/>
            </a:pPr>
            <a:r>
              <a:rPr lang="en-US" sz="21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購入は別</a:t>
            </a:r>
            <a:endParaRPr lang="en-US" sz="2100" dirty="0"/>
          </a:p>
        </p:txBody>
      </p:sp>
      <p:sp>
        <p:nvSpPr>
          <p:cNvPr id="27" name="cell-0-4"/>
          <p:cNvSpPr/>
          <p:nvPr/>
        </p:nvSpPr>
        <p:spPr>
          <a:xfrm>
            <a:off x="9814606" y="2310293"/>
            <a:ext cx="1983338" cy="706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小雨実施・</a:t>
            </a:r>
            <a:endParaRPr lang="en-US" sz="2100" dirty="0"/>
          </a:p>
          <a:p>
            <a:pPr algn="l" indent="0" marL="0">
              <a:buNone/>
            </a:pPr>
            <a:r>
              <a:rPr lang="en-US" sz="21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荒天中止</a:t>
            </a:r>
            <a:endParaRPr lang="en-US" sz="2100" dirty="0"/>
          </a:p>
        </p:txBody>
      </p:sp>
      <p:sp>
        <p:nvSpPr>
          <p:cNvPr id="28" name="cell-1-0"/>
          <p:cNvSpPr/>
          <p:nvPr/>
        </p:nvSpPr>
        <p:spPr>
          <a:xfrm>
            <a:off x="444793" y="3316036"/>
            <a:ext cx="2019796" cy="736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路地の音楽会</a:t>
            </a:r>
            <a:endParaRPr lang="en-US" sz="2100" dirty="0"/>
          </a:p>
        </p:txBody>
      </p:sp>
      <p:sp>
        <p:nvSpPr>
          <p:cNvPr id="29" name="cell-1-1"/>
          <p:cNvSpPr/>
          <p:nvPr/>
        </p:nvSpPr>
        <p:spPr>
          <a:xfrm>
            <a:off x="2851048" y="3301460"/>
            <a:ext cx="2078130" cy="736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11月14日（土）</a:t>
            </a:r>
            <a:endParaRPr lang="en-US" sz="2100" dirty="0"/>
          </a:p>
          <a:p>
            <a:pPr algn="l" indent="0" marL="0">
              <a:buNone/>
            </a:pPr>
            <a:r>
              <a:rPr lang="en-US" sz="21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14–16時</a:t>
            </a:r>
            <a:endParaRPr lang="en-US" sz="2100" dirty="0"/>
          </a:p>
        </p:txBody>
      </p:sp>
      <p:sp>
        <p:nvSpPr>
          <p:cNvPr id="30" name="cell-1-2"/>
          <p:cNvSpPr/>
          <p:nvPr/>
        </p:nvSpPr>
        <p:spPr>
          <a:xfrm>
            <a:off x="5257304" y="3330612"/>
            <a:ext cx="2041671" cy="736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ふれあい会館</a:t>
            </a:r>
            <a:endParaRPr lang="en-US" sz="2100" dirty="0"/>
          </a:p>
        </p:txBody>
      </p:sp>
      <p:sp>
        <p:nvSpPr>
          <p:cNvPr id="31" name="cell-1-3"/>
          <p:cNvSpPr/>
          <p:nvPr/>
        </p:nvSpPr>
        <p:spPr>
          <a:xfrm>
            <a:off x="7532309" y="3308748"/>
            <a:ext cx="1939588" cy="736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入場無料</a:t>
            </a:r>
            <a:endParaRPr lang="en-US" sz="2100" dirty="0"/>
          </a:p>
        </p:txBody>
      </p:sp>
      <p:sp>
        <p:nvSpPr>
          <p:cNvPr id="32" name="cell-1-4"/>
          <p:cNvSpPr/>
          <p:nvPr/>
        </p:nvSpPr>
        <p:spPr>
          <a:xfrm>
            <a:off x="9814606" y="3308748"/>
            <a:ext cx="1983338" cy="736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屋内開催</a:t>
            </a:r>
            <a:endParaRPr lang="en-US" sz="2100" dirty="0"/>
          </a:p>
        </p:txBody>
      </p:sp>
      <p:sp>
        <p:nvSpPr>
          <p:cNvPr id="33" name="cell-2-0"/>
          <p:cNvSpPr/>
          <p:nvPr/>
        </p:nvSpPr>
        <p:spPr>
          <a:xfrm>
            <a:off x="437501" y="4336355"/>
            <a:ext cx="2019796" cy="721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夕暮れ古本交換</a:t>
            </a:r>
            <a:endParaRPr lang="en-US" sz="2100" dirty="0"/>
          </a:p>
        </p:txBody>
      </p:sp>
      <p:sp>
        <p:nvSpPr>
          <p:cNvPr id="34" name="cell-2-1"/>
          <p:cNvSpPr/>
          <p:nvPr/>
        </p:nvSpPr>
        <p:spPr>
          <a:xfrm>
            <a:off x="2851048" y="4329067"/>
            <a:ext cx="2078130" cy="721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11月21日（土）</a:t>
            </a:r>
            <a:endParaRPr lang="en-US" sz="2100" dirty="0"/>
          </a:p>
          <a:p>
            <a:pPr algn="l" indent="0" marL="0">
              <a:buNone/>
            </a:pPr>
            <a:r>
              <a:rPr lang="en-US" sz="21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16–18時</a:t>
            </a:r>
            <a:endParaRPr lang="en-US" sz="2100" dirty="0"/>
          </a:p>
        </p:txBody>
      </p:sp>
      <p:sp>
        <p:nvSpPr>
          <p:cNvPr id="35" name="cell-2-2"/>
          <p:cNvSpPr/>
          <p:nvPr/>
        </p:nvSpPr>
        <p:spPr>
          <a:xfrm>
            <a:off x="5250012" y="4358219"/>
            <a:ext cx="2041671" cy="721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駅前アーケード</a:t>
            </a:r>
            <a:endParaRPr lang="en-US" sz="2100" dirty="0"/>
          </a:p>
        </p:txBody>
      </p:sp>
      <p:sp>
        <p:nvSpPr>
          <p:cNvPr id="36" name="cell-2-3"/>
          <p:cNvSpPr/>
          <p:nvPr/>
        </p:nvSpPr>
        <p:spPr>
          <a:xfrm>
            <a:off x="7532309" y="4336355"/>
            <a:ext cx="1939588" cy="721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参加無料</a:t>
            </a:r>
            <a:endParaRPr lang="en-US" sz="2100" dirty="0"/>
          </a:p>
        </p:txBody>
      </p:sp>
      <p:sp>
        <p:nvSpPr>
          <p:cNvPr id="37" name="cell-2-4"/>
          <p:cNvSpPr/>
          <p:nvPr/>
        </p:nvSpPr>
        <p:spPr>
          <a:xfrm>
            <a:off x="9814606" y="4336355"/>
            <a:ext cx="1983338" cy="721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屋根下で実施</a:t>
            </a:r>
            <a:endParaRPr lang="en-US" sz="2100" dirty="0"/>
          </a:p>
        </p:txBody>
      </p:sp>
      <p:sp>
        <p:nvSpPr>
          <p:cNvPr id="38" name="note-1"/>
          <p:cNvSpPr/>
          <p:nvPr/>
        </p:nvSpPr>
        <p:spPr>
          <a:xfrm>
            <a:off x="342709" y="5342098"/>
            <a:ext cx="10572941" cy="29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追加する管理項目：連絡先／最終更新日</a:t>
            </a:r>
            <a:endParaRPr lang="en-US" sz="1500" dirty="0"/>
          </a:p>
        </p:txBody>
      </p:sp>
      <p:sp>
        <p:nvSpPr>
          <p:cNvPr id="39" name="note-2"/>
          <p:cNvSpPr/>
          <p:nvPr/>
        </p:nvSpPr>
        <p:spPr>
          <a:xfrm>
            <a:off x="342709" y="5691921"/>
            <a:ext cx="10718775" cy="29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616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掲載例の年は2026年。実在の開催予定ではない。</a:t>
            </a:r>
            <a:endParaRPr lang="en-US" sz="1500" dirty="0"/>
          </a:p>
        </p:txBody>
      </p:sp>
      <p:sp>
        <p:nvSpPr>
          <p:cNvPr id="40" name="bottom-rule"/>
          <p:cNvSpPr/>
          <p:nvPr/>
        </p:nvSpPr>
        <p:spPr>
          <a:xfrm>
            <a:off x="255209" y="6041745"/>
            <a:ext cx="11695861" cy="3644"/>
          </a:xfrm>
          <a:prstGeom prst="line">
            <a:avLst/>
          </a:prstGeom>
          <a:noFill/>
          <a:ln w="10160">
            <a:solidFill>
              <a:srgbClr val="B8B6B1"/>
            </a:solidFill>
            <a:prstDash val="solid"/>
          </a:ln>
        </p:spPr>
      </p:sp>
      <p:sp>
        <p:nvSpPr>
          <p:cNvPr id="41" name="takeaway"/>
          <p:cNvSpPr/>
          <p:nvPr/>
        </p:nvSpPr>
        <p:spPr>
          <a:xfrm>
            <a:off x="240626" y="6121913"/>
            <a:ext cx="11302110" cy="393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9A5A2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見た目より先に、掲載項目と更新日をそろえる。</a:t>
            </a:r>
            <a:endParaRPr lang="en-US" sz="2400" dirty="0"/>
          </a:p>
        </p:txBody>
      </p:sp>
      <p:sp>
        <p:nvSpPr>
          <p:cNvPr id="42" name="footer"/>
          <p:cNvSpPr/>
          <p:nvPr/>
        </p:nvSpPr>
        <p:spPr>
          <a:xfrm>
            <a:off x="291667" y="6559192"/>
            <a:ext cx="11608361" cy="189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14B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架空の企画例。開催情報はすべて例示。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一覧には、比較に必要な項目をそろえる</dc:title>
  <dc:subject>架空の商店街企画</dc:subject>
  <dc:creator>CyberPPT Japanese repository example</dc:creator>
  <cp:lastModifiedBy>CyberPPT Japanese repository example</cp:lastModifiedBy>
  <cp:revision>1</cp:revision>
  <dcterms:created xsi:type="dcterms:W3CDTF">2026-10-15T17:33:25Z</dcterms:created>
  <dcterms:modified xsi:type="dcterms:W3CDTF">2026-10-15T17:33:25Z</dcterms:modified>
</cp:coreProperties>
</file>