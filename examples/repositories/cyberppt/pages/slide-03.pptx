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架空の制作例。日時・場所・費用・雨天時の扱いを同じ順序で掲載。見た目より先に、掲載項目と更新日をそろえる。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26042" y="247792"/>
            <a:ext cx="444793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772918" y="189488"/>
            <a:ext cx="3646" cy="502871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013544" y="167624"/>
            <a:ext cx="10645858" cy="57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一覧には、比較に必要な項目をそろえる</a:t>
            </a:r>
            <a:endParaRPr lang="en-US" sz="3400" dirty="0"/>
          </a:p>
        </p:txBody>
      </p:sp>
      <p:sp>
        <p:nvSpPr>
          <p:cNvPr id="5" name="subtitle"/>
          <p:cNvSpPr/>
          <p:nvPr/>
        </p:nvSpPr>
        <p:spPr>
          <a:xfrm>
            <a:off x="1020836" y="801679"/>
            <a:ext cx="10791692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日時・場所・費用・雨天時の扱いを同じ順序で掲載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255209" y="1406582"/>
            <a:ext cx="11688569" cy="757951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7" name="table-v-0"/>
          <p:cNvSpPr/>
          <p:nvPr/>
        </p:nvSpPr>
        <p:spPr>
          <a:xfrm>
            <a:off x="255209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table-v-1"/>
          <p:cNvSpPr/>
          <p:nvPr/>
        </p:nvSpPr>
        <p:spPr>
          <a:xfrm>
            <a:off x="261771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9" name="table-v-2"/>
          <p:cNvSpPr/>
          <p:nvPr/>
        </p:nvSpPr>
        <p:spPr>
          <a:xfrm>
            <a:off x="4951053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0" name="table-v-3"/>
          <p:cNvSpPr/>
          <p:nvPr/>
        </p:nvSpPr>
        <p:spPr>
          <a:xfrm>
            <a:off x="733543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1" name="table-v-4"/>
          <p:cNvSpPr/>
          <p:nvPr/>
        </p:nvSpPr>
        <p:spPr>
          <a:xfrm>
            <a:off x="9617731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2" name="table-v-5"/>
          <p:cNvSpPr/>
          <p:nvPr/>
        </p:nvSpPr>
        <p:spPr>
          <a:xfrm>
            <a:off x="11943778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3" name="table-h-0"/>
          <p:cNvSpPr/>
          <p:nvPr/>
        </p:nvSpPr>
        <p:spPr>
          <a:xfrm>
            <a:off x="255209" y="1406582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4" name="table-h-1"/>
          <p:cNvSpPr/>
          <p:nvPr/>
        </p:nvSpPr>
        <p:spPr>
          <a:xfrm>
            <a:off x="255209" y="2164533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5" name="table-h-2"/>
          <p:cNvSpPr/>
          <p:nvPr/>
        </p:nvSpPr>
        <p:spPr>
          <a:xfrm>
            <a:off x="255209" y="3162988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6" name="table-h-3"/>
          <p:cNvSpPr/>
          <p:nvPr/>
        </p:nvSpPr>
        <p:spPr>
          <a:xfrm>
            <a:off x="255209" y="4190595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7" name="table-h-4"/>
          <p:cNvSpPr/>
          <p:nvPr/>
        </p:nvSpPr>
        <p:spPr>
          <a:xfrm>
            <a:off x="255209" y="5203626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8" name="header-0"/>
          <p:cNvSpPr/>
          <p:nvPr/>
        </p:nvSpPr>
        <p:spPr>
          <a:xfrm>
            <a:off x="328126" y="1530478"/>
            <a:ext cx="2216672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</a:t>
            </a:r>
            <a:endParaRPr lang="en-US" sz="2200" dirty="0"/>
          </a:p>
        </p:txBody>
      </p:sp>
      <p:sp>
        <p:nvSpPr>
          <p:cNvPr id="19" name="header-1"/>
          <p:cNvSpPr/>
          <p:nvPr/>
        </p:nvSpPr>
        <p:spPr>
          <a:xfrm>
            <a:off x="2690631" y="1530478"/>
            <a:ext cx="218750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</a:t>
            </a:r>
            <a:endParaRPr lang="en-US" sz="2200" dirty="0"/>
          </a:p>
        </p:txBody>
      </p:sp>
      <p:sp>
        <p:nvSpPr>
          <p:cNvPr id="20" name="header-2"/>
          <p:cNvSpPr/>
          <p:nvPr/>
        </p:nvSpPr>
        <p:spPr>
          <a:xfrm>
            <a:off x="5023970" y="1530478"/>
            <a:ext cx="2238547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</a:t>
            </a:r>
            <a:endParaRPr lang="en-US" sz="2200" dirty="0"/>
          </a:p>
        </p:txBody>
      </p:sp>
      <p:sp>
        <p:nvSpPr>
          <p:cNvPr id="21" name="header-3"/>
          <p:cNvSpPr/>
          <p:nvPr/>
        </p:nvSpPr>
        <p:spPr>
          <a:xfrm>
            <a:off x="7408351" y="1530478"/>
            <a:ext cx="213646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</a:t>
            </a:r>
            <a:endParaRPr lang="en-US" sz="2200" dirty="0"/>
          </a:p>
        </p:txBody>
      </p:sp>
      <p:sp>
        <p:nvSpPr>
          <p:cNvPr id="22" name="header-4"/>
          <p:cNvSpPr/>
          <p:nvPr/>
        </p:nvSpPr>
        <p:spPr>
          <a:xfrm>
            <a:off x="9690648" y="1530478"/>
            <a:ext cx="218021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雨天時</a:t>
            </a:r>
            <a:endParaRPr lang="en-US" sz="2200" dirty="0"/>
          </a:p>
        </p:txBody>
      </p:sp>
      <p:sp>
        <p:nvSpPr>
          <p:cNvPr id="23" name="cell-0-0"/>
          <p:cNvSpPr/>
          <p:nvPr/>
        </p:nvSpPr>
        <p:spPr>
          <a:xfrm>
            <a:off x="452084" y="2310293"/>
            <a:ext cx="2019796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朝のパン市</a:t>
            </a:r>
            <a:endParaRPr lang="en-US" sz="1900" dirty="0"/>
          </a:p>
        </p:txBody>
      </p:sp>
      <p:sp>
        <p:nvSpPr>
          <p:cNvPr id="24" name="cell-0-1"/>
          <p:cNvSpPr/>
          <p:nvPr/>
        </p:nvSpPr>
        <p:spPr>
          <a:xfrm>
            <a:off x="2814590" y="2310293"/>
            <a:ext cx="1990630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11月7日（土）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10–12時</a:t>
            </a:r>
            <a:endParaRPr lang="en-US" sz="1900" dirty="0"/>
          </a:p>
        </p:txBody>
      </p:sp>
      <p:sp>
        <p:nvSpPr>
          <p:cNvPr id="25" name="cell-0-2"/>
          <p:cNvSpPr/>
          <p:nvPr/>
        </p:nvSpPr>
        <p:spPr>
          <a:xfrm>
            <a:off x="5147929" y="2310293"/>
            <a:ext cx="2041671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こもれび広場</a:t>
            </a:r>
            <a:endParaRPr lang="en-US" sz="1900" dirty="0"/>
          </a:p>
        </p:txBody>
      </p:sp>
      <p:sp>
        <p:nvSpPr>
          <p:cNvPr id="26" name="cell-0-3"/>
          <p:cNvSpPr/>
          <p:nvPr/>
        </p:nvSpPr>
        <p:spPr>
          <a:xfrm>
            <a:off x="7532309" y="2310293"/>
            <a:ext cx="193958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入場無料／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購入は別</a:t>
            </a:r>
            <a:endParaRPr lang="en-US" sz="1900" dirty="0"/>
          </a:p>
        </p:txBody>
      </p:sp>
      <p:sp>
        <p:nvSpPr>
          <p:cNvPr id="27" name="cell-0-4"/>
          <p:cNvSpPr/>
          <p:nvPr/>
        </p:nvSpPr>
        <p:spPr>
          <a:xfrm>
            <a:off x="9814606" y="2310293"/>
            <a:ext cx="198333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小雨実施・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荒天中止</a:t>
            </a:r>
            <a:endParaRPr lang="en-US" sz="1900" dirty="0"/>
          </a:p>
        </p:txBody>
      </p:sp>
      <p:sp>
        <p:nvSpPr>
          <p:cNvPr id="28" name="cell-1-0"/>
          <p:cNvSpPr/>
          <p:nvPr/>
        </p:nvSpPr>
        <p:spPr>
          <a:xfrm>
            <a:off x="452084" y="3308748"/>
            <a:ext cx="2019796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路地の音楽会</a:t>
            </a:r>
            <a:endParaRPr lang="en-US" sz="1900" dirty="0"/>
          </a:p>
        </p:txBody>
      </p:sp>
      <p:sp>
        <p:nvSpPr>
          <p:cNvPr id="29" name="cell-1-1"/>
          <p:cNvSpPr/>
          <p:nvPr/>
        </p:nvSpPr>
        <p:spPr>
          <a:xfrm>
            <a:off x="2814590" y="3308748"/>
            <a:ext cx="1990630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11月14日（土）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14–16時</a:t>
            </a:r>
            <a:endParaRPr lang="en-US" sz="1900" dirty="0"/>
          </a:p>
        </p:txBody>
      </p:sp>
      <p:sp>
        <p:nvSpPr>
          <p:cNvPr id="30" name="cell-1-2"/>
          <p:cNvSpPr/>
          <p:nvPr/>
        </p:nvSpPr>
        <p:spPr>
          <a:xfrm>
            <a:off x="5147929" y="3308748"/>
            <a:ext cx="2041671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ふれあい会館</a:t>
            </a:r>
            <a:endParaRPr lang="en-US" sz="1900" dirty="0"/>
          </a:p>
        </p:txBody>
      </p:sp>
      <p:sp>
        <p:nvSpPr>
          <p:cNvPr id="31" name="cell-1-3"/>
          <p:cNvSpPr/>
          <p:nvPr/>
        </p:nvSpPr>
        <p:spPr>
          <a:xfrm>
            <a:off x="7532309" y="3308748"/>
            <a:ext cx="193958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入場無料</a:t>
            </a:r>
            <a:endParaRPr lang="en-US" sz="1900" dirty="0"/>
          </a:p>
        </p:txBody>
      </p:sp>
      <p:sp>
        <p:nvSpPr>
          <p:cNvPr id="32" name="cell-1-4"/>
          <p:cNvSpPr/>
          <p:nvPr/>
        </p:nvSpPr>
        <p:spPr>
          <a:xfrm>
            <a:off x="9814606" y="3308748"/>
            <a:ext cx="198333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屋内開催</a:t>
            </a:r>
            <a:endParaRPr lang="en-US" sz="1900" dirty="0"/>
          </a:p>
        </p:txBody>
      </p:sp>
      <p:sp>
        <p:nvSpPr>
          <p:cNvPr id="33" name="cell-2-0"/>
          <p:cNvSpPr/>
          <p:nvPr/>
        </p:nvSpPr>
        <p:spPr>
          <a:xfrm>
            <a:off x="452084" y="4336355"/>
            <a:ext cx="2019796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夕暮れ古本交換</a:t>
            </a:r>
            <a:endParaRPr lang="en-US" sz="1900" dirty="0"/>
          </a:p>
        </p:txBody>
      </p:sp>
      <p:sp>
        <p:nvSpPr>
          <p:cNvPr id="34" name="cell-2-1"/>
          <p:cNvSpPr/>
          <p:nvPr/>
        </p:nvSpPr>
        <p:spPr>
          <a:xfrm>
            <a:off x="2814590" y="4336355"/>
            <a:ext cx="1990630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11月21日（土）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16–18時</a:t>
            </a:r>
            <a:endParaRPr lang="en-US" sz="1900" dirty="0"/>
          </a:p>
        </p:txBody>
      </p:sp>
      <p:sp>
        <p:nvSpPr>
          <p:cNvPr id="35" name="cell-2-2"/>
          <p:cNvSpPr/>
          <p:nvPr/>
        </p:nvSpPr>
        <p:spPr>
          <a:xfrm>
            <a:off x="5147929" y="4336355"/>
            <a:ext cx="2041671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駅前アーケード</a:t>
            </a:r>
            <a:endParaRPr lang="en-US" sz="1900" dirty="0"/>
          </a:p>
        </p:txBody>
      </p:sp>
      <p:sp>
        <p:nvSpPr>
          <p:cNvPr id="36" name="cell-2-3"/>
          <p:cNvSpPr/>
          <p:nvPr/>
        </p:nvSpPr>
        <p:spPr>
          <a:xfrm>
            <a:off x="7532309" y="4336355"/>
            <a:ext cx="193958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参加無料</a:t>
            </a:r>
            <a:endParaRPr lang="en-US" sz="1900" dirty="0"/>
          </a:p>
        </p:txBody>
      </p:sp>
      <p:sp>
        <p:nvSpPr>
          <p:cNvPr id="37" name="cell-2-4"/>
          <p:cNvSpPr/>
          <p:nvPr/>
        </p:nvSpPr>
        <p:spPr>
          <a:xfrm>
            <a:off x="9814606" y="4336355"/>
            <a:ext cx="198333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屋根下で実施</a:t>
            </a:r>
            <a:endParaRPr lang="en-US" sz="1900" dirty="0"/>
          </a:p>
        </p:txBody>
      </p:sp>
      <p:sp>
        <p:nvSpPr>
          <p:cNvPr id="38" name="note-1"/>
          <p:cNvSpPr/>
          <p:nvPr/>
        </p:nvSpPr>
        <p:spPr>
          <a:xfrm>
            <a:off x="342709" y="5342098"/>
            <a:ext cx="10572941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追加する管理項目：連絡先／最終更新日</a:t>
            </a:r>
            <a:endParaRPr lang="en-US" sz="1500" dirty="0"/>
          </a:p>
        </p:txBody>
      </p:sp>
      <p:sp>
        <p:nvSpPr>
          <p:cNvPr id="39" name="note-2"/>
          <p:cNvSpPr/>
          <p:nvPr/>
        </p:nvSpPr>
        <p:spPr>
          <a:xfrm>
            <a:off x="342709" y="5691921"/>
            <a:ext cx="1071877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掲載例の年は2026年。実在の開催予定ではない。</a:t>
            </a:r>
            <a:endParaRPr lang="en-US" sz="1500" dirty="0"/>
          </a:p>
        </p:txBody>
      </p:sp>
      <p:sp>
        <p:nvSpPr>
          <p:cNvPr id="40" name="bottom-rule"/>
          <p:cNvSpPr/>
          <p:nvPr/>
        </p:nvSpPr>
        <p:spPr>
          <a:xfrm>
            <a:off x="255209" y="6187505"/>
            <a:ext cx="11695861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41" name="takeaway"/>
          <p:cNvSpPr/>
          <p:nvPr/>
        </p:nvSpPr>
        <p:spPr>
          <a:xfrm>
            <a:off x="255209" y="6289537"/>
            <a:ext cx="8677104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見た目より先に、掲載項目と更新日をそろえる。</a:t>
            </a:r>
            <a:endParaRPr lang="en-US" sz="2400" dirty="0"/>
          </a:p>
        </p:txBody>
      </p:sp>
      <p:sp>
        <p:nvSpPr>
          <p:cNvPr id="42" name="footer"/>
          <p:cNvSpPr/>
          <p:nvPr/>
        </p:nvSpPr>
        <p:spPr>
          <a:xfrm>
            <a:off x="9318772" y="6457160"/>
            <a:ext cx="266146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架空の企画例。開催情報はすべて例示。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一覧には、比較に必要な項目をそろえる</dc:title>
  <dc:subject>架空の商店街企画</dc:subject>
  <dc:creator>CyberPPT Japanese repository example</dc:creator>
  <cp:lastModifiedBy>CyberPPT Japanese repository example</cp:lastModifiedBy>
  <cp:revision>1</cp:revision>
  <dcterms:created xsi:type="dcterms:W3CDTF">2026-10-13T20:33:00Z</dcterms:created>
  <dcterms:modified xsi:type="dcterms:W3CDTF">2026-10-13T20:33:00Z</dcterms:modified>
</cp:coreProperties>
</file>