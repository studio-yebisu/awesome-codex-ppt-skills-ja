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架空の制作例。試行期間は2週間という提案｜効果の実測値はまだない。便利さと運用負担の両方を見て、次を決める。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ber-disc"/>
          <p:cNvSpPr/>
          <p:nvPr/>
        </p:nvSpPr>
        <p:spPr>
          <a:xfrm>
            <a:off x="371876" y="320672"/>
            <a:ext cx="780210" cy="779815"/>
          </a:xfrm>
          <a:prstGeom prst="ellipse">
            <a:avLst/>
          </a:prstGeom>
          <a:solidFill>
            <a:srgbClr val="9A5A2E"/>
          </a:solidFill>
          <a:ln w="10160">
            <a:solidFill>
              <a:srgbClr val="B8B6B1">
                <a:alpha val="0"/>
              </a:srgbClr>
            </a:solidFill>
            <a:prstDash val="solid"/>
          </a:ln>
        </p:spPr>
      </p:sp>
      <p:sp>
        <p:nvSpPr>
          <p:cNvPr id="3" name="page-number"/>
          <p:cNvSpPr/>
          <p:nvPr/>
        </p:nvSpPr>
        <p:spPr>
          <a:xfrm>
            <a:off x="466668" y="451855"/>
            <a:ext cx="597918" cy="4810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</a:t>
            </a:r>
            <a:endParaRPr lang="en-US" sz="3300" dirty="0"/>
          </a:p>
        </p:txBody>
      </p:sp>
      <p:sp>
        <p:nvSpPr>
          <p:cNvPr id="4" name="title"/>
          <p:cNvSpPr/>
          <p:nvPr/>
        </p:nvSpPr>
        <p:spPr>
          <a:xfrm>
            <a:off x="1414587" y="364400"/>
            <a:ext cx="10390649" cy="6850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小さく試し、続けられるかを確かめる</a:t>
            </a:r>
            <a:endParaRPr lang="en-US" sz="3800" dirty="0"/>
          </a:p>
        </p:txBody>
      </p:sp>
      <p:sp>
        <p:nvSpPr>
          <p:cNvPr id="5" name="subtitle"/>
          <p:cNvSpPr/>
          <p:nvPr/>
        </p:nvSpPr>
        <p:spPr>
          <a:xfrm>
            <a:off x="1436462" y="1144215"/>
            <a:ext cx="10354191" cy="386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試行期間は2週間という提案｜効果の実測値はまだない</a:t>
            </a:r>
            <a:endParaRPr lang="en-US" sz="2000" dirty="0"/>
          </a:p>
        </p:txBody>
      </p:sp>
      <p:sp>
        <p:nvSpPr>
          <p:cNvPr id="6" name="table-header"/>
          <p:cNvSpPr/>
          <p:nvPr/>
        </p:nvSpPr>
        <p:spPr>
          <a:xfrm>
            <a:off x="371876" y="1734542"/>
            <a:ext cx="11440652" cy="634055"/>
          </a:xfrm>
          <a:prstGeom prst="rect">
            <a:avLst/>
          </a:prstGeom>
          <a:solidFill>
            <a:srgbClr val="9A5A2E"/>
          </a:solidFill>
          <a:ln w="10160">
            <a:solidFill>
              <a:srgbClr val="B8B6B1">
                <a:alpha val="0"/>
              </a:srgbClr>
            </a:solidFill>
            <a:prstDash val="solid"/>
          </a:ln>
        </p:spPr>
      </p:sp>
      <p:sp>
        <p:nvSpPr>
          <p:cNvPr id="7" name="table-v-0"/>
          <p:cNvSpPr/>
          <p:nvPr/>
        </p:nvSpPr>
        <p:spPr>
          <a:xfrm>
            <a:off x="371876" y="1734542"/>
            <a:ext cx="3646" cy="3046380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</p:sp>
      <p:sp>
        <p:nvSpPr>
          <p:cNvPr id="8" name="table-v-1"/>
          <p:cNvSpPr/>
          <p:nvPr/>
        </p:nvSpPr>
        <p:spPr>
          <a:xfrm>
            <a:off x="3682300" y="1734542"/>
            <a:ext cx="3646" cy="3046380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</p:sp>
      <p:sp>
        <p:nvSpPr>
          <p:cNvPr id="9" name="table-v-2"/>
          <p:cNvSpPr/>
          <p:nvPr/>
        </p:nvSpPr>
        <p:spPr>
          <a:xfrm>
            <a:off x="7823977" y="1734542"/>
            <a:ext cx="3646" cy="3046380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</p:sp>
      <p:sp>
        <p:nvSpPr>
          <p:cNvPr id="10" name="table-v-3"/>
          <p:cNvSpPr/>
          <p:nvPr/>
        </p:nvSpPr>
        <p:spPr>
          <a:xfrm>
            <a:off x="11812528" y="1734542"/>
            <a:ext cx="3646" cy="3046380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</p:sp>
      <p:sp>
        <p:nvSpPr>
          <p:cNvPr id="11" name="table-h-0"/>
          <p:cNvSpPr/>
          <p:nvPr/>
        </p:nvSpPr>
        <p:spPr>
          <a:xfrm>
            <a:off x="371876" y="1734542"/>
            <a:ext cx="11440652" cy="3644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</p:sp>
      <p:sp>
        <p:nvSpPr>
          <p:cNvPr id="12" name="table-h-1"/>
          <p:cNvSpPr/>
          <p:nvPr/>
        </p:nvSpPr>
        <p:spPr>
          <a:xfrm>
            <a:off x="371876" y="2368597"/>
            <a:ext cx="11440652" cy="3644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</p:sp>
      <p:sp>
        <p:nvSpPr>
          <p:cNvPr id="13" name="table-h-2"/>
          <p:cNvSpPr/>
          <p:nvPr/>
        </p:nvSpPr>
        <p:spPr>
          <a:xfrm>
            <a:off x="371876" y="3265020"/>
            <a:ext cx="11440652" cy="3644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</p:sp>
      <p:sp>
        <p:nvSpPr>
          <p:cNvPr id="14" name="table-h-3"/>
          <p:cNvSpPr/>
          <p:nvPr/>
        </p:nvSpPr>
        <p:spPr>
          <a:xfrm>
            <a:off x="371876" y="4022971"/>
            <a:ext cx="11440652" cy="3644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</p:sp>
      <p:sp>
        <p:nvSpPr>
          <p:cNvPr id="15" name="table-h-4"/>
          <p:cNvSpPr/>
          <p:nvPr/>
        </p:nvSpPr>
        <p:spPr>
          <a:xfrm>
            <a:off x="371876" y="4780922"/>
            <a:ext cx="11440652" cy="3644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</p:sp>
      <p:sp>
        <p:nvSpPr>
          <p:cNvPr id="16" name="header-0"/>
          <p:cNvSpPr/>
          <p:nvPr/>
        </p:nvSpPr>
        <p:spPr>
          <a:xfrm>
            <a:off x="444793" y="1858438"/>
            <a:ext cx="3164591" cy="415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確認したいこと</a:t>
            </a:r>
            <a:endParaRPr lang="en-US" sz="2200" dirty="0"/>
          </a:p>
        </p:txBody>
      </p:sp>
      <p:sp>
        <p:nvSpPr>
          <p:cNvPr id="17" name="header-1"/>
          <p:cNvSpPr/>
          <p:nvPr/>
        </p:nvSpPr>
        <p:spPr>
          <a:xfrm>
            <a:off x="3755217" y="1858438"/>
            <a:ext cx="3995843" cy="415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確かめ方</a:t>
            </a:r>
            <a:endParaRPr lang="en-US" sz="2200" dirty="0"/>
          </a:p>
        </p:txBody>
      </p:sp>
      <p:sp>
        <p:nvSpPr>
          <p:cNvPr id="18" name="header-2"/>
          <p:cNvSpPr/>
          <p:nvPr/>
        </p:nvSpPr>
        <p:spPr>
          <a:xfrm>
            <a:off x="7896893" y="1858438"/>
            <a:ext cx="3842717" cy="415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判断の材料</a:t>
            </a:r>
            <a:endParaRPr lang="en-US" sz="2200" dirty="0"/>
          </a:p>
        </p:txBody>
      </p:sp>
      <p:sp>
        <p:nvSpPr>
          <p:cNvPr id="19" name="cell-0-0"/>
          <p:cNvSpPr/>
          <p:nvPr/>
        </p:nvSpPr>
        <p:spPr>
          <a:xfrm>
            <a:off x="663543" y="2514357"/>
            <a:ext cx="2872923" cy="604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見つけやすさ</a:t>
            </a:r>
            <a:endParaRPr lang="en-US" sz="2000" dirty="0"/>
          </a:p>
        </p:txBody>
      </p:sp>
      <p:sp>
        <p:nvSpPr>
          <p:cNvPr id="20" name="cell-0-1"/>
          <p:cNvSpPr/>
          <p:nvPr/>
        </p:nvSpPr>
        <p:spPr>
          <a:xfrm>
            <a:off x="3973968" y="2514357"/>
            <a:ext cx="3704175" cy="604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来訪者に目的の案内を探して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もらう</a:t>
            </a:r>
            <a:endParaRPr lang="en-US" sz="2000" dirty="0"/>
          </a:p>
        </p:txBody>
      </p:sp>
      <p:sp>
        <p:nvSpPr>
          <p:cNvPr id="21" name="cell-0-2"/>
          <p:cNvSpPr/>
          <p:nvPr/>
        </p:nvSpPr>
        <p:spPr>
          <a:xfrm>
            <a:off x="8115644" y="2514357"/>
            <a:ext cx="3551050" cy="604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迷った場所・不足した情報</a:t>
            </a:r>
            <a:endParaRPr lang="en-US" sz="2000" dirty="0"/>
          </a:p>
        </p:txBody>
      </p:sp>
      <p:sp>
        <p:nvSpPr>
          <p:cNvPr id="22" name="cell-1-0"/>
          <p:cNvSpPr/>
          <p:nvPr/>
        </p:nvSpPr>
        <p:spPr>
          <a:xfrm>
            <a:off x="663543" y="3410780"/>
            <a:ext cx="2872923" cy="4664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更新のしやすさ</a:t>
            </a:r>
            <a:endParaRPr lang="en-US" sz="2000" dirty="0"/>
          </a:p>
        </p:txBody>
      </p:sp>
      <p:sp>
        <p:nvSpPr>
          <p:cNvPr id="23" name="cell-1-1"/>
          <p:cNvSpPr/>
          <p:nvPr/>
        </p:nvSpPr>
        <p:spPr>
          <a:xfrm>
            <a:off x="3973968" y="3410780"/>
            <a:ext cx="3704175" cy="4664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担当者が掲載と変更を実施する</a:t>
            </a:r>
            <a:endParaRPr lang="en-US" sz="2000" dirty="0"/>
          </a:p>
        </p:txBody>
      </p:sp>
      <p:sp>
        <p:nvSpPr>
          <p:cNvPr id="24" name="cell-1-2"/>
          <p:cNvSpPr/>
          <p:nvPr/>
        </p:nvSpPr>
        <p:spPr>
          <a:xfrm>
            <a:off x="8115644" y="3410780"/>
            <a:ext cx="3551050" cy="4664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作業時間・手戻り・漏れ</a:t>
            </a:r>
            <a:endParaRPr lang="en-US" sz="2000" dirty="0"/>
          </a:p>
        </p:txBody>
      </p:sp>
      <p:sp>
        <p:nvSpPr>
          <p:cNvPr id="25" name="cell-2-0"/>
          <p:cNvSpPr/>
          <p:nvPr/>
        </p:nvSpPr>
        <p:spPr>
          <a:xfrm>
            <a:off x="663543" y="4168731"/>
            <a:ext cx="2872923" cy="4664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紙でも伝わるか</a:t>
            </a:r>
            <a:endParaRPr lang="en-US" sz="2000" dirty="0"/>
          </a:p>
        </p:txBody>
      </p:sp>
      <p:sp>
        <p:nvSpPr>
          <p:cNvPr id="26" name="cell-2-1"/>
          <p:cNvSpPr/>
          <p:nvPr/>
        </p:nvSpPr>
        <p:spPr>
          <a:xfrm>
            <a:off x="3973968" y="4168731"/>
            <a:ext cx="3704175" cy="4664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一覧の印刷版を掲示する</a:t>
            </a:r>
            <a:endParaRPr lang="en-US" sz="2000" dirty="0"/>
          </a:p>
        </p:txBody>
      </p:sp>
      <p:sp>
        <p:nvSpPr>
          <p:cNvPr id="27" name="cell-2-2"/>
          <p:cNvSpPr/>
          <p:nvPr/>
        </p:nvSpPr>
        <p:spPr>
          <a:xfrm>
            <a:off x="8115644" y="4168731"/>
            <a:ext cx="3551050" cy="4664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文字の読みやすさ・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問い合わせ</a:t>
            </a:r>
            <a:endParaRPr lang="en-US" sz="2000" dirty="0"/>
          </a:p>
        </p:txBody>
      </p:sp>
      <p:sp>
        <p:nvSpPr>
          <p:cNvPr id="28" name="note-1"/>
          <p:cNvSpPr/>
          <p:nvPr/>
        </p:nvSpPr>
        <p:spPr>
          <a:xfrm>
            <a:off x="364584" y="4977698"/>
            <a:ext cx="11302110" cy="357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試行前：担当者・掲載範囲・確認日を決める</a:t>
            </a:r>
            <a:endParaRPr lang="en-US" sz="1900" dirty="0"/>
          </a:p>
        </p:txBody>
      </p:sp>
      <p:sp>
        <p:nvSpPr>
          <p:cNvPr id="29" name="note-2"/>
          <p:cNvSpPr/>
          <p:nvPr/>
        </p:nvSpPr>
        <p:spPr>
          <a:xfrm>
            <a:off x="364584" y="5363962"/>
            <a:ext cx="11302110" cy="357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試行後：結果を共有し、継続・修正・中止を判断する</a:t>
            </a:r>
            <a:endParaRPr lang="en-US" sz="1900" dirty="0"/>
          </a:p>
        </p:txBody>
      </p:sp>
      <p:sp>
        <p:nvSpPr>
          <p:cNvPr id="30" name="bottom-rule"/>
          <p:cNvSpPr/>
          <p:nvPr/>
        </p:nvSpPr>
        <p:spPr>
          <a:xfrm>
            <a:off x="371876" y="5910561"/>
            <a:ext cx="11447943" cy="3644"/>
          </a:xfrm>
          <a:prstGeom prst="line">
            <a:avLst/>
          </a:prstGeom>
          <a:noFill/>
          <a:ln w="17780">
            <a:solidFill>
              <a:srgbClr val="B8B6B1"/>
            </a:solidFill>
            <a:prstDash val="solid"/>
          </a:ln>
        </p:spPr>
      </p:sp>
      <p:sp>
        <p:nvSpPr>
          <p:cNvPr id="31" name="takeaway"/>
          <p:cNvSpPr/>
          <p:nvPr/>
        </p:nvSpPr>
        <p:spPr>
          <a:xfrm>
            <a:off x="371876" y="6041745"/>
            <a:ext cx="9114605" cy="5465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9A5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便利さと運用負担の両方を見て、次を決める。</a:t>
            </a:r>
            <a:endParaRPr lang="en-US" sz="2900" dirty="0"/>
          </a:p>
        </p:txBody>
      </p:sp>
      <p:sp>
        <p:nvSpPr>
          <p:cNvPr id="32" name="footer"/>
          <p:cNvSpPr/>
          <p:nvPr/>
        </p:nvSpPr>
        <p:spPr>
          <a:xfrm>
            <a:off x="9479189" y="6376993"/>
            <a:ext cx="2406256" cy="211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架空の企画例。試行は提案であり未実施。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小さく試し、続けられるかを確かめる</dc:title>
  <dc:subject>架空の商店街企画</dc:subject>
  <dc:creator>CyberPPT Japanese repository example</dc:creator>
  <cp:lastModifiedBy>CyberPPT Japanese repository example</cp:lastModifiedBy>
  <cp:revision>1</cp:revision>
  <dcterms:created xsi:type="dcterms:W3CDTF">2026-10-13T20:33:07Z</dcterms:created>
  <dcterms:modified xsi:type="dcterms:W3CDTF">2026-10-13T20:33:07Z</dcterms:modified>
</cp:coreProperties>
</file>