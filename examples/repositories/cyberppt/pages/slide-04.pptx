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架空の制作例。提案する担当分担｜実際の担当者との合意は未取得。誰が直すかまで決めて、案内を古くしない。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number"/>
          <p:cNvSpPr/>
          <p:nvPr/>
        </p:nvSpPr>
        <p:spPr>
          <a:xfrm>
            <a:off x="350001" y="145760"/>
            <a:ext cx="444793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3" name="number-rule"/>
          <p:cNvSpPr/>
          <p:nvPr/>
        </p:nvSpPr>
        <p:spPr>
          <a:xfrm>
            <a:off x="875002" y="335248"/>
            <a:ext cx="10973984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350001" y="583039"/>
            <a:ext cx="11484402" cy="61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更新の窓口と、公開前の確認を決める</a:t>
            </a:r>
            <a:endParaRPr lang="en-US" sz="3500" dirty="0"/>
          </a:p>
        </p:txBody>
      </p:sp>
      <p:sp>
        <p:nvSpPr>
          <p:cNvPr id="5" name="subtitle"/>
          <p:cNvSpPr/>
          <p:nvPr/>
        </p:nvSpPr>
        <p:spPr>
          <a:xfrm>
            <a:off x="364584" y="1253535"/>
            <a:ext cx="11302110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提案する担当分担｜実際の担当者との合意は未取得</a:t>
            </a:r>
            <a:endParaRPr lang="en-US" sz="2000" dirty="0"/>
          </a:p>
        </p:txBody>
      </p:sp>
      <p:sp>
        <p:nvSpPr>
          <p:cNvPr id="6" name="table-header"/>
          <p:cNvSpPr/>
          <p:nvPr/>
        </p:nvSpPr>
        <p:spPr>
          <a:xfrm>
            <a:off x="357293" y="1800134"/>
            <a:ext cx="11477110" cy="597615"/>
          </a:xfrm>
          <a:prstGeom prst="rect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7" name="table-v-0"/>
          <p:cNvSpPr/>
          <p:nvPr/>
        </p:nvSpPr>
        <p:spPr>
          <a:xfrm>
            <a:off x="35729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8" name="table-v-1"/>
          <p:cNvSpPr/>
          <p:nvPr/>
        </p:nvSpPr>
        <p:spPr>
          <a:xfrm>
            <a:off x="3572925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9" name="table-v-2"/>
          <p:cNvSpPr/>
          <p:nvPr/>
        </p:nvSpPr>
        <p:spPr>
          <a:xfrm>
            <a:off x="7510434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0" name="table-v-3"/>
          <p:cNvSpPr/>
          <p:nvPr/>
        </p:nvSpPr>
        <p:spPr>
          <a:xfrm>
            <a:off x="11834403" y="1800134"/>
            <a:ext cx="3646" cy="3636708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1" name="table-h-0"/>
          <p:cNvSpPr/>
          <p:nvPr/>
        </p:nvSpPr>
        <p:spPr>
          <a:xfrm>
            <a:off x="357293" y="1800134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2" name="table-h-1"/>
          <p:cNvSpPr/>
          <p:nvPr/>
        </p:nvSpPr>
        <p:spPr>
          <a:xfrm>
            <a:off x="357293" y="2397749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3" name="table-h-2"/>
          <p:cNvSpPr/>
          <p:nvPr/>
        </p:nvSpPr>
        <p:spPr>
          <a:xfrm>
            <a:off x="357293" y="340349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4" name="table-h-3"/>
          <p:cNvSpPr/>
          <p:nvPr/>
        </p:nvSpPr>
        <p:spPr>
          <a:xfrm>
            <a:off x="357293" y="4409235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5" name="table-h-4"/>
          <p:cNvSpPr/>
          <p:nvPr/>
        </p:nvSpPr>
        <p:spPr>
          <a:xfrm>
            <a:off x="357293" y="5436842"/>
            <a:ext cx="11477110" cy="3644"/>
          </a:xfrm>
          <a:prstGeom prst="line">
            <a:avLst/>
          </a:prstGeom>
          <a:noFill/>
          <a:ln w="10160">
            <a:solidFill>
              <a:srgbClr val="B8B6B1"/>
            </a:solidFill>
            <a:prstDash val="solid"/>
          </a:ln>
        </p:spPr>
      </p:sp>
      <p:sp>
        <p:nvSpPr>
          <p:cNvPr id="16" name="header-0"/>
          <p:cNvSpPr/>
          <p:nvPr/>
        </p:nvSpPr>
        <p:spPr>
          <a:xfrm>
            <a:off x="430209" y="1924030"/>
            <a:ext cx="3069799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</a:t>
            </a:r>
            <a:endParaRPr lang="en-US" sz="2200" dirty="0"/>
          </a:p>
        </p:txBody>
      </p:sp>
      <p:sp>
        <p:nvSpPr>
          <p:cNvPr id="17" name="header-1"/>
          <p:cNvSpPr/>
          <p:nvPr/>
        </p:nvSpPr>
        <p:spPr>
          <a:xfrm>
            <a:off x="3645842" y="1924030"/>
            <a:ext cx="3791676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担当案</a:t>
            </a:r>
            <a:endParaRPr lang="en-US" sz="2200" dirty="0"/>
          </a:p>
        </p:txBody>
      </p:sp>
      <p:sp>
        <p:nvSpPr>
          <p:cNvPr id="18" name="header-2"/>
          <p:cNvSpPr/>
          <p:nvPr/>
        </p:nvSpPr>
        <p:spPr>
          <a:xfrm>
            <a:off x="7583351" y="1924030"/>
            <a:ext cx="4178135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確認すること</a:t>
            </a:r>
            <a:endParaRPr lang="en-US" sz="2200" dirty="0"/>
          </a:p>
        </p:txBody>
      </p:sp>
      <p:sp>
        <p:nvSpPr>
          <p:cNvPr id="19" name="cell-0-0"/>
          <p:cNvSpPr/>
          <p:nvPr/>
        </p:nvSpPr>
        <p:spPr>
          <a:xfrm>
            <a:off x="1400003" y="2528933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情報を渡す</a:t>
            </a:r>
            <a:endParaRPr lang="en-US" sz="2000" dirty="0"/>
          </a:p>
        </p:txBody>
      </p:sp>
      <p:sp>
        <p:nvSpPr>
          <p:cNvPr id="20" name="cell-0-1"/>
          <p:cNvSpPr/>
          <p:nvPr/>
        </p:nvSpPr>
        <p:spPr>
          <a:xfrm>
            <a:off x="3915634" y="2550797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各店・主催者</a:t>
            </a:r>
            <a:endParaRPr lang="en-US" sz="2000" dirty="0"/>
          </a:p>
        </p:txBody>
      </p:sp>
      <p:sp>
        <p:nvSpPr>
          <p:cNvPr id="21" name="cell-0-2"/>
          <p:cNvSpPr/>
          <p:nvPr/>
        </p:nvSpPr>
        <p:spPr>
          <a:xfrm>
            <a:off x="7845852" y="2550797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日時・費用・雨天対応</a:t>
            </a:r>
            <a:endParaRPr lang="en-US" sz="2000" dirty="0"/>
          </a:p>
        </p:txBody>
      </p:sp>
      <p:sp>
        <p:nvSpPr>
          <p:cNvPr id="22" name="step-disc-0"/>
          <p:cNvSpPr/>
          <p:nvPr/>
        </p:nvSpPr>
        <p:spPr>
          <a:xfrm>
            <a:off x="648960" y="2645541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23" name="step-number-0"/>
          <p:cNvSpPr/>
          <p:nvPr/>
        </p:nvSpPr>
        <p:spPr>
          <a:xfrm>
            <a:off x="663543" y="2681981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24" name="step-arrow-0"/>
          <p:cNvSpPr/>
          <p:nvPr/>
        </p:nvSpPr>
        <p:spPr>
          <a:xfrm>
            <a:off x="867710" y="3133836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25" name="cell-1-0"/>
          <p:cNvSpPr/>
          <p:nvPr/>
        </p:nvSpPr>
        <p:spPr>
          <a:xfrm>
            <a:off x="1400003" y="3549252"/>
            <a:ext cx="2048963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確認して掲載</a:t>
            </a:r>
            <a:endParaRPr lang="en-US" sz="2000" dirty="0"/>
          </a:p>
        </p:txBody>
      </p:sp>
      <p:sp>
        <p:nvSpPr>
          <p:cNvPr id="26" name="cell-1-1"/>
          <p:cNvSpPr/>
          <p:nvPr/>
        </p:nvSpPr>
        <p:spPr>
          <a:xfrm>
            <a:off x="3915634" y="3563828"/>
            <a:ext cx="3500008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商店街の編集窓口</a:t>
            </a:r>
            <a:endParaRPr lang="en-US" sz="2000" dirty="0"/>
          </a:p>
        </p:txBody>
      </p:sp>
      <p:sp>
        <p:nvSpPr>
          <p:cNvPr id="27" name="cell-1-2"/>
          <p:cNvSpPr/>
          <p:nvPr/>
        </p:nvSpPr>
        <p:spPr>
          <a:xfrm>
            <a:off x="7853143" y="3556540"/>
            <a:ext cx="3886467" cy="71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不足情報・リンク先・更新日</a:t>
            </a:r>
            <a:endParaRPr lang="en-US" sz="2000" dirty="0"/>
          </a:p>
        </p:txBody>
      </p:sp>
      <p:sp>
        <p:nvSpPr>
          <p:cNvPr id="28" name="step-disc-1"/>
          <p:cNvSpPr/>
          <p:nvPr/>
        </p:nvSpPr>
        <p:spPr>
          <a:xfrm>
            <a:off x="648960" y="3680436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29" name="step-number-1"/>
          <p:cNvSpPr/>
          <p:nvPr/>
        </p:nvSpPr>
        <p:spPr>
          <a:xfrm>
            <a:off x="663543" y="3716876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30" name="step-arrow-1"/>
          <p:cNvSpPr/>
          <p:nvPr/>
        </p:nvSpPr>
        <p:spPr>
          <a:xfrm>
            <a:off x="867710" y="4168731"/>
            <a:ext cx="3646" cy="502871"/>
          </a:xfrm>
          <a:prstGeom prst="line">
            <a:avLst/>
          </a:prstGeom>
          <a:noFill/>
          <a:ln w="15240">
            <a:solidFill>
              <a:srgbClr val="9A5A2E"/>
            </a:solidFill>
            <a:prstDash val="solid"/>
            <a:tailEnd type="triangle"/>
          </a:ln>
        </p:spPr>
      </p:sp>
      <p:sp>
        <p:nvSpPr>
          <p:cNvPr id="31" name="cell-2-0"/>
          <p:cNvSpPr/>
          <p:nvPr/>
        </p:nvSpPr>
        <p:spPr>
          <a:xfrm>
            <a:off x="1400003" y="4562283"/>
            <a:ext cx="2048963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変更を反映</a:t>
            </a:r>
            <a:endParaRPr lang="en-US" sz="2000" dirty="0"/>
          </a:p>
        </p:txBody>
      </p:sp>
      <p:sp>
        <p:nvSpPr>
          <p:cNvPr id="32" name="cell-2-1"/>
          <p:cNvSpPr/>
          <p:nvPr/>
        </p:nvSpPr>
        <p:spPr>
          <a:xfrm>
            <a:off x="3915634" y="4576859"/>
            <a:ext cx="3500008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主催者→編集窓口</a:t>
            </a:r>
            <a:endParaRPr lang="en-US" sz="2000" dirty="0"/>
          </a:p>
        </p:txBody>
      </p:sp>
      <p:sp>
        <p:nvSpPr>
          <p:cNvPr id="33" name="cell-2-2"/>
          <p:cNvSpPr/>
          <p:nvPr/>
        </p:nvSpPr>
        <p:spPr>
          <a:xfrm>
            <a:off x="7853143" y="4576859"/>
            <a:ext cx="3886467" cy="736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変更内容・反映時刻・周知先</a:t>
            </a:r>
            <a:endParaRPr lang="en-US" sz="2000" dirty="0"/>
          </a:p>
        </p:txBody>
      </p:sp>
      <p:sp>
        <p:nvSpPr>
          <p:cNvPr id="34" name="step-disc-2"/>
          <p:cNvSpPr/>
          <p:nvPr/>
        </p:nvSpPr>
        <p:spPr>
          <a:xfrm>
            <a:off x="648960" y="4715330"/>
            <a:ext cx="437501" cy="437279"/>
          </a:xfrm>
          <a:prstGeom prst="ellipse">
            <a:avLst/>
          </a:prstGeom>
          <a:solidFill>
            <a:srgbClr val="9A5A2E"/>
          </a:solidFill>
          <a:ln w="10160">
            <a:solidFill>
              <a:srgbClr val="B8B6B1">
                <a:alpha val="0"/>
              </a:srgbClr>
            </a:solidFill>
            <a:prstDash val="solid"/>
          </a:ln>
        </p:spPr>
      </p:sp>
      <p:sp>
        <p:nvSpPr>
          <p:cNvPr id="35" name="step-number-2"/>
          <p:cNvSpPr/>
          <p:nvPr/>
        </p:nvSpPr>
        <p:spPr>
          <a:xfrm>
            <a:off x="663543" y="4751770"/>
            <a:ext cx="408334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36" name="note-1"/>
          <p:cNvSpPr/>
          <p:nvPr/>
        </p:nvSpPr>
        <p:spPr>
          <a:xfrm>
            <a:off x="364584" y="5633617"/>
            <a:ext cx="1122919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616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掲載済み情報に変更があれば、主催者が窓口へ連絡する。</a:t>
            </a:r>
            <a:endParaRPr lang="en-US" sz="1500" dirty="0"/>
          </a:p>
        </p:txBody>
      </p:sp>
      <p:sp>
        <p:nvSpPr>
          <p:cNvPr id="37" name="bottom-rule"/>
          <p:cNvSpPr/>
          <p:nvPr/>
        </p:nvSpPr>
        <p:spPr>
          <a:xfrm>
            <a:off x="357293" y="6085473"/>
            <a:ext cx="11484402" cy="3644"/>
          </a:xfrm>
          <a:prstGeom prst="line">
            <a:avLst/>
          </a:prstGeom>
          <a:noFill/>
          <a:ln w="10160">
            <a:solidFill>
              <a:srgbClr val="9A5A2E"/>
            </a:solidFill>
            <a:prstDash val="solid"/>
          </a:ln>
        </p:spPr>
      </p:sp>
      <p:sp>
        <p:nvSpPr>
          <p:cNvPr id="38" name="takeaway"/>
          <p:cNvSpPr/>
          <p:nvPr/>
        </p:nvSpPr>
        <p:spPr>
          <a:xfrm>
            <a:off x="2916673" y="6187505"/>
            <a:ext cx="6365640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5A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誰が直すかまで決めて、案内を古くしない。</a:t>
            </a:r>
            <a:endParaRPr lang="en-US" sz="2400" dirty="0"/>
          </a:p>
        </p:txBody>
      </p:sp>
      <p:sp>
        <p:nvSpPr>
          <p:cNvPr id="39" name="footer"/>
          <p:cNvSpPr/>
          <p:nvPr/>
        </p:nvSpPr>
        <p:spPr>
          <a:xfrm>
            <a:off x="291667" y="6559192"/>
            <a:ext cx="11608361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14B4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架空の企画例。担当体制は提案であり未合意。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更新の窓口と、公開前の確認を決める</dc:title>
  <dc:subject>架空の商店街企画</dc:subject>
  <dc:creator>CyberPPT Japanese repository example</dc:creator>
  <cp:lastModifiedBy>CyberPPT Japanese repository example</cp:lastModifiedBy>
  <cp:revision>1</cp:revision>
  <dcterms:created xsi:type="dcterms:W3CDTF">2026-10-15T17:33:29Z</dcterms:created>
  <dcterms:modified xsi:type="dcterms:W3CDTF">2026-10-15T17:33:29Z</dcterms:modified>
</cp:coreProperties>
</file>