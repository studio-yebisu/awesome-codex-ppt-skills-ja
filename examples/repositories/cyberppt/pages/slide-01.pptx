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架空の制作例。こもれび商店街｜企画たたき台。一つの入口から、必要な案内にたどり着く。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"/>
          <p:cNvSpPr/>
          <p:nvPr/>
        </p:nvSpPr>
        <p:spPr>
          <a:xfrm>
            <a:off x="517710" y="874559"/>
            <a:ext cx="743752" cy="3644"/>
          </a:xfrm>
          <a:prstGeom prst="line">
            <a:avLst/>
          </a:prstGeom>
          <a:noFill/>
          <a:ln w="20320">
            <a:solidFill>
              <a:srgbClr val="9A5A2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88543" y="1166079"/>
            <a:ext cx="8968771" cy="1348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商店街のイベント案内を、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一つにまとめる</a:t>
            </a:r>
            <a:endParaRPr lang="en-US" sz="4400" dirty="0"/>
          </a:p>
        </p:txBody>
      </p:sp>
      <p:sp>
        <p:nvSpPr>
          <p:cNvPr id="4" name="subtitle"/>
          <p:cNvSpPr/>
          <p:nvPr/>
        </p:nvSpPr>
        <p:spPr>
          <a:xfrm>
            <a:off x="481251" y="2995365"/>
            <a:ext cx="473959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こもれび商店街｜企画たたき台</a:t>
            </a:r>
            <a:endParaRPr lang="en-US" sz="1900" dirty="0"/>
          </a:p>
        </p:txBody>
      </p:sp>
      <p:sp>
        <p:nvSpPr>
          <p:cNvPr id="5" name="subtitle-rule"/>
          <p:cNvSpPr/>
          <p:nvPr/>
        </p:nvSpPr>
        <p:spPr>
          <a:xfrm>
            <a:off x="495834" y="2827741"/>
            <a:ext cx="3441675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6" name="page-number"/>
          <p:cNvSpPr/>
          <p:nvPr/>
        </p:nvSpPr>
        <p:spPr>
          <a:xfrm>
            <a:off x="10448983" y="109320"/>
            <a:ext cx="1604170" cy="1457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0" dirty="0">
                <a:solidFill>
                  <a:srgbClr val="9A5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9400" dirty="0"/>
          </a:p>
        </p:txBody>
      </p:sp>
      <p:sp>
        <p:nvSpPr>
          <p:cNvPr id="7" name="number-rule"/>
          <p:cNvSpPr/>
          <p:nvPr/>
        </p:nvSpPr>
        <p:spPr>
          <a:xfrm>
            <a:off x="10463566" y="1508614"/>
            <a:ext cx="1239586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8" name="circle-0"/>
          <p:cNvSpPr/>
          <p:nvPr/>
        </p:nvSpPr>
        <p:spPr>
          <a:xfrm>
            <a:off x="525001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pic>
        <p:nvPicPr>
          <p:cNvPr id="9" name="icon-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4388" y="3017228"/>
            <a:ext cx="670835" cy="670495"/>
          </a:xfrm>
          <a:prstGeom prst="rect">
            <a:avLst/>
          </a:prstGeom>
        </p:spPr>
      </p:pic>
      <p:sp>
        <p:nvSpPr>
          <p:cNvPr id="10" name="label-0"/>
          <p:cNvSpPr/>
          <p:nvPr/>
        </p:nvSpPr>
        <p:spPr>
          <a:xfrm>
            <a:off x="4892720" y="4117715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見つける</a:t>
            </a:r>
            <a:endParaRPr lang="en-US" sz="2500" dirty="0"/>
          </a:p>
        </p:txBody>
      </p:sp>
      <p:sp>
        <p:nvSpPr>
          <p:cNvPr id="11" name="circle-1"/>
          <p:cNvSpPr/>
          <p:nvPr/>
        </p:nvSpPr>
        <p:spPr>
          <a:xfrm>
            <a:off x="7678143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pic>
        <p:nvPicPr>
          <p:cNvPr id="12" name="icon-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2519" y="3017228"/>
            <a:ext cx="670835" cy="670495"/>
          </a:xfrm>
          <a:prstGeom prst="rect">
            <a:avLst/>
          </a:prstGeom>
        </p:spPr>
      </p:pic>
      <p:sp>
        <p:nvSpPr>
          <p:cNvPr id="13" name="label-1"/>
          <p:cNvSpPr/>
          <p:nvPr/>
        </p:nvSpPr>
        <p:spPr>
          <a:xfrm>
            <a:off x="7335434" y="4110427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選ぶ</a:t>
            </a:r>
            <a:endParaRPr lang="en-US" sz="2500" dirty="0"/>
          </a:p>
        </p:txBody>
      </p:sp>
      <p:sp>
        <p:nvSpPr>
          <p:cNvPr id="14" name="circle-2"/>
          <p:cNvSpPr/>
          <p:nvPr/>
        </p:nvSpPr>
        <p:spPr>
          <a:xfrm>
            <a:off x="1009898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pic>
        <p:nvPicPr>
          <p:cNvPr id="15" name="icon-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3358" y="3017228"/>
            <a:ext cx="670835" cy="670495"/>
          </a:xfrm>
          <a:prstGeom prst="rect">
            <a:avLst/>
          </a:prstGeom>
        </p:spPr>
      </p:pic>
      <p:sp>
        <p:nvSpPr>
          <p:cNvPr id="16" name="label-2"/>
          <p:cNvSpPr/>
          <p:nvPr/>
        </p:nvSpPr>
        <p:spPr>
          <a:xfrm>
            <a:off x="9821898" y="4117715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迷わず行く</a:t>
            </a:r>
            <a:endParaRPr lang="en-US" sz="2500" dirty="0"/>
          </a:p>
        </p:txBody>
      </p:sp>
      <p:sp>
        <p:nvSpPr>
          <p:cNvPr id="17" name="arrow-1"/>
          <p:cNvSpPr/>
          <p:nvPr/>
        </p:nvSpPr>
        <p:spPr>
          <a:xfrm>
            <a:off x="6657307" y="3359764"/>
            <a:ext cx="802085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18" name="arrow-2"/>
          <p:cNvSpPr/>
          <p:nvPr/>
        </p:nvSpPr>
        <p:spPr>
          <a:xfrm>
            <a:off x="9078146" y="3359764"/>
            <a:ext cx="809377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19" name="bottom-rule"/>
          <p:cNvSpPr/>
          <p:nvPr/>
        </p:nvSpPr>
        <p:spPr>
          <a:xfrm>
            <a:off x="495834" y="5298370"/>
            <a:ext cx="112146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20" name="takeaway"/>
          <p:cNvSpPr/>
          <p:nvPr/>
        </p:nvSpPr>
        <p:spPr>
          <a:xfrm>
            <a:off x="2260422" y="5575313"/>
            <a:ext cx="7947935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5A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一つの入口から、必要な案内にたどり着く。</a:t>
            </a:r>
            <a:endParaRPr lang="en-US" sz="2800" dirty="0"/>
          </a:p>
        </p:txBody>
      </p:sp>
      <p:sp>
        <p:nvSpPr>
          <p:cNvPr id="21" name="footer"/>
          <p:cNvSpPr/>
          <p:nvPr/>
        </p:nvSpPr>
        <p:spPr>
          <a:xfrm>
            <a:off x="291667" y="6559192"/>
            <a:ext cx="11608361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14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架空の企画例。実在の開催情報ではありません。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商店街のイベント案内を、一つにまとめる</dc:title>
  <dc:subject>架空の商店街企画</dc:subject>
  <dc:creator>CyberPPT Japanese repository example</dc:creator>
  <cp:lastModifiedBy>CyberPPT Japanese repository example</cp:lastModifiedBy>
  <cp:revision>1</cp:revision>
  <dcterms:created xsi:type="dcterms:W3CDTF">2026-10-15T17:33:18Z</dcterms:created>
  <dcterms:modified xsi:type="dcterms:W3CDTF">2026-10-15T17:33:18Z</dcterms:modified>
</cp:coreProperties>
</file>