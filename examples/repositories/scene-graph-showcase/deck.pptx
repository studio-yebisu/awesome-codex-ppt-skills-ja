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12648" y="1828800"/>
            <a:ext cx="109663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遠くの席へ、
伝わる資料。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4206240"/>
            <a:ext cx="109663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会場で読む資料の、構成案。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5303520"/>
            <a:ext cx="2743200" cy="54864"/>
          </a:xfrm>
          <a:prstGeom prst="rect">
            <a:avLst/>
          </a:prstGeom>
          <a:solidFill>
            <a:srgbClr val="5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10515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3429000"/>
            <a:ext cx="109663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一頁に、一つの問い。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見出しは、ひと息で。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例：読み方の検討を行う。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短くすると：まず、読み方を決める。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説明を詰める前に、言葉を選ぶ。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強い文字を、少なく。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見出しを太く、本文を軽く。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目立たせる言葉を、先に決める。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すべてを強める前に、役割を分ける。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色には、役割を。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見出しは、紺。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本文は、濃い灰色。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枠は、話の区切りを支える。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最後に、何を残す？</a:t>
            </a:r>
          </a:p>
          <a:p>
            <a:pPr algn="ctr">
              <a:spcBef>
                <a:spcPts val="2400"/>
              </a:spcBef>
            </a:pPr>
            <a:r>
              <a:rPr sz="3200" lang="ja-JP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Q&amp;A / 次に直す、一つの場所。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lang="ja-JP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