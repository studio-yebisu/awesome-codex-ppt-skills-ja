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BIZ UDPGothic"/>
              </a:rPr>
              <a:t>学校/实验室模板标题区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毕业论文答辩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BIZ UDPGothic"/>
              </a:rPr>
              <a:t>题目占位：请替换为论文题目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BIZ UDPGothic"/>
              </a:rPr>
              <a:t>作者 / 专业 / 指导教师 / 日期</a:t>
            </a:r>
          </a:p>
        </p:txBody>
      </p:sp>
    </p:spTree>
    <p:extLst>
      <p:ext uri="{BB962C8B-B14F-4D97-AF65-F5344CB8AC3E}">
        <p14:creationId xmlns:p14="http://schemas.microsoft.com/office/powerpoint/2010/main" val="12800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研究背景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394549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281799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43785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210147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115205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Shippori Mincho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2026-10-15T17:45:34Z</dcterms:modified>
  <cp:category/>
</cp:coreProperties>
</file>