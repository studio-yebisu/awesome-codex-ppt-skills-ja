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では、エディターでの保存、Gitへの記録、リモートへの共有を区別します。保存だけでは履歴に残らず、コミットだけでは共有先へ送られません。この作例は元画像から文字とカードを編集可能に再構成し、アイコンは画像として保持しています。この案内ノートはカタログ制作時に新規追加したもので、元画像から抽出した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変更は作業ツリー、ステージ、ローカル履歴の順に進みます。git addで次に記録する内容を選び、git commitでその内容を手元の履歴に残します。add後の追加編集は自動でステージへ入らないため、必要なら再度addして確認します。この案内ノートはカタログ制作時に新規追加したものです。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add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7487854" y="3986531"/>
            <a:ext cx="12389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30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