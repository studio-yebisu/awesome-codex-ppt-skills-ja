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add</a:t>
            </a:r>
            <a:endParaRPr lang="zh-CN" sz="2300"/>
          </a:p>
        </p:txBody>
      </p:sp>
      <p:sp>
        <p:nvSpPr>
          <p:cNvPr id="26" name="TextBox 26"/>
          <p:cNvSpPr txBox="1"/>
          <p:nvPr/>
        </p:nvSpPr>
        <p:spPr>
          <a:xfrm>
            <a:off x="7407686" y="3986531"/>
            <a:ext cx="12389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30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