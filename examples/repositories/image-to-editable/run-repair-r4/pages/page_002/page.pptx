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"/>
                <a:ea typeface="Arial"/>
                <a:cs typeface="Arial"/>
              </a:rPr>
              <a:t>git add</a:t>
            </a:r>
            <a:endParaRPr lang="zh-CN" sz="2150"/>
          </a:p>
        </p:txBody>
      </p:sp>
      <p:sp>
        <p:nvSpPr>
          <p:cNvPr id="26" name="TextBox 26"/>
          <p:cNvSpPr txBox="1"/>
          <p:nvPr/>
        </p:nvSpPr>
        <p:spPr>
          <a:xfrm>
            <a:off x="7517006" y="3986531"/>
            <a:ext cx="116607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15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