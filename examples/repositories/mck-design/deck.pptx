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架空のEC事業の月次報告です。2026年9月と前年同月を比較し、商品説明の修正と粗利分析を先行する判断を求めます。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売上は1,200万円、前年比20%増。粗利率は38%から36%へ2ポイント低下し、返品率は4%から6%へ2ポイント上昇しました。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広告20万円、自然検索90万円、メール50万円、リピート直訪40万円の増加で、合計200万円です。構成比と増加額を混同しません。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前年粗利は1,000万円×38%=380万円、当月は1,200万円×36%=432万円。52万円の増加です。値引きと商品構成は原因の仮説で、商品別に確認します。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10月9日までにCSが返品理由を分類。16日までに商品担当が説明を改稿し、販売担当が粗利差分を分析します。担当名は架空です。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広告増額は分析結果を見てから決めます。次回会議には施策の完了、返品内訳、商品別粗利の差分を持ち寄ります。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12984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くらし便</a:t>
            </a:r>
            <a:br/>
            <a:r>
              <a:rPr lang="ja-JP">
                <a:ea typeface="Noto Sans JP"/>
                <a:latin typeface="Noto Sans JP"/>
              </a:rPr>
              <a:t>EC事業 9月報告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9464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商品説明の修正と粗利分析を先行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417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架空の組織・数値によるサンプル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06824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2026年9月／前年同月比較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0000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売上増と粗利率低下を同時に見る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 lang="ja-JP">
                <a:solidFill>
                  <a:srgbClr val="FFFFFF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1,200万円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FFFFFF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売上：前年1,000万円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371600"/>
            <a:ext cx="50292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463040"/>
            <a:ext cx="4480560" cy="8229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2377440"/>
            <a:ext cx="448056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粗利率：前年38%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728655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売上は前年比20%増。粗利額は432万円。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返品率は4%から6%へ2ポイント上昇。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架空データ：くらし便 2026年9月／前年同月比較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0000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売上増200万円の中心は自然検索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売上増200万円の中心は自然検索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前年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当月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404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452120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1028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364744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3652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77368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76276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400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89992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63040" y="539496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51710" y="3472688"/>
            <a:ext cx="320040" cy="192227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5990" y="3244088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220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7470" y="3297936"/>
            <a:ext cx="320040" cy="209702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1750" y="306933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40680"/>
            <a:ext cx="22631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広告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4850" y="2773680"/>
            <a:ext cx="320040" cy="26212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9130" y="2545080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80610" y="1987296"/>
            <a:ext cx="320040" cy="34076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34890" y="1758696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6180" y="5440680"/>
            <a:ext cx="22631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自然検索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77990" y="3996944"/>
            <a:ext cx="320040" cy="139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2270" y="376834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43750" y="3560064"/>
            <a:ext cx="320040" cy="183489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98030" y="333146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210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440680"/>
            <a:ext cx="22631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メール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41130" y="2598928"/>
            <a:ext cx="320040" cy="279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5410" y="2370328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06890" y="2249424"/>
            <a:ext cx="320040" cy="3145536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61170" y="2020824"/>
            <a:ext cx="41148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2460" y="5440680"/>
            <a:ext cx="226314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リピート直訪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760720"/>
            <a:ext cx="1371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単位：万円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5760720"/>
            <a:ext cx="86255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自然検索 +90、メール +50、直訪 +40、広告 +20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架空データ：くらし便 2026年9月／前年同月比較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0000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粗利額は増え、率は2ポイント低下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3683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前年同月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当月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011" y="1280160"/>
            <a:ext cx="268216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差分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売上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3683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1,000万円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1,200万円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178308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+200万円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粗利率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3683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011" y="265176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−2ポイント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粗利額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3683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380万円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432万円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011" y="3520440"/>
            <a:ext cx="2682163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+52万円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確認事項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値引き・商品構成は原因の仮説。商品別に確認する。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架空データ：くらし便 2026年9月／前年同月比較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 lang="ja-JP">
                <a:solidFill>
                  <a:srgbClr val="000000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返品理由の分類と商品説明を先行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FFF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返品理由を分類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10/09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上位20商品を分類</a:t>
            </a:r>
          </a:p>
          <a:p>
            <a:pPr algn="ctr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分類率100%を確認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担当：CS・森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8698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FFF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商品説明を修正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8698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5858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10/16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858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返品上位5商品を改稿</a:t>
            </a:r>
          </a:p>
          <a:p>
            <a:pPr algn="ctr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対象商品の返品率を比較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3018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5858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担当：商品・青木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876" y="1371600"/>
            <a:ext cx="3454298" cy="548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3036" y="1371600"/>
            <a:ext cx="3179978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FFFFFF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粗利差分を分析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5876" y="1920240"/>
            <a:ext cx="3454298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3036" y="1920240"/>
            <a:ext cx="317997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10/16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3036" y="2468880"/>
            <a:ext cx="3179978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値引き・商品構成を分解</a:t>
            </a:r>
          </a:p>
          <a:p>
            <a:pPr algn="ctr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率低下の要因を説明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0196" y="4480560"/>
            <a:ext cx="290565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3036" y="4663440"/>
            <a:ext cx="317997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担当：販売・山田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架空データ：くらし便 2026年9月／前年同月比較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 lang="ja-JP">
                <a:solidFill>
                  <a:srgbClr val="051C2C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次回は施策の完了と利益要因を確認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 lang="ja-JP">
                <a:solidFill>
                  <a:srgbClr val="333333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次回：施策の完了、返品の内訳、商品別粗利</a:t>
            </a:r>
            <a:br/>
            <a:r>
              <a:rPr lang="ja-JP">
                <a:ea typeface="Noto Sans JP"/>
                <a:latin typeface="Noto Sans JP"/>
              </a:rPr>
              <a:t>広告増額は、確認後に判断する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10728655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 lang="ja-JP">
                <a:solidFill>
                  <a:srgbClr val="666666"/>
                </a:solidFill>
                <a:latin typeface="Noto Sans JP"/>
                <a:ea typeface="Noto Sans JP"/>
              </a:defRPr>
            </a:pPr>
            <a:r>
              <a:rPr lang="ja-JP">
                <a:ea typeface="Noto Sans JP"/>
                <a:latin typeface="Noto Sans JP"/>
              </a:rPr>
              <a:t>架空データ：くらし便 2026年9月／前年同月比較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