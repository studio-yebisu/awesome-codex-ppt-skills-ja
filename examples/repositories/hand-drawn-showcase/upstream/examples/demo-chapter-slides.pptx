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7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365760"/>
            <a:ext cx="7315200" cy="5029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28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914400" y="4846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Logging and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124712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7A9E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365760"/>
            <a:ext cx="7315200" cy="5029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29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914400" y="4846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feedback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124712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9B8E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365760"/>
            <a:ext cx="7315200" cy="5029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30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914400" y="4846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optimization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124712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48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365760"/>
            <a:ext cx="7315200" cy="5029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31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914400" y="4846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124712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B8F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365760"/>
            <a:ext cx="7315200" cy="5029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32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914400" y="4846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collaboration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124712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Skills for Claude - Extended</dc:title>
  <dc:subject>PptxGenJS Presentation</dc:subject>
  <dc:creator>Claude</dc:creator>
  <cp:lastModifiedBy>Claude</cp:lastModifiedBy>
  <cp:revision>1</cp:revision>
  <dcterms:created xsi:type="dcterms:W3CDTF">2026-03-18T08:45:56Z</dcterms:created>
  <dcterms:modified xsi:type="dcterms:W3CDTF">2026-03-18T08:45:56Z</dcterms:modified>
</cp:coreProperties>
</file>