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章扉だけの作例です。ここから先の活動内容はチームで組み立てます。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小さな違和感やよかった場面を探す章。虫眼鏡は観察の入口を示します。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考えを話し、違う見方を聴く章。原典の吹き出しで対話を示します。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小さな試作へ進む章。階段は一歩ずつ進める試行を示します。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試して気づいたことを持ち帰る章。循環矢印は次の試行へつなぐ学びを示します。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EA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82880"/>
            <a:ext cx="11722608" cy="6181344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594360"/>
            <a:ext cx="5029200" cy="44805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22960" y="6858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14141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IDEAS / GROW TOGETHER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804672" y="1828800"/>
            <a:ext cx="64008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141413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チームのアイデアを、</a:t>
            </a:r>
            <a:endParaRPr lang="en-US" sz="4200" dirty="0"/>
          </a:p>
          <a:p>
            <a:pPr indent="0" marL="0">
              <a:buNone/>
            </a:pPr>
            <a:r>
              <a:rPr lang="en-US" sz="4200" dirty="0">
                <a:solidFill>
                  <a:srgbClr val="141413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育てる。</a:t>
            </a:r>
            <a:endParaRPr lang="en-US" sz="4200" dirty="0"/>
          </a:p>
        </p:txBody>
      </p:sp>
      <p:sp>
        <p:nvSpPr>
          <p:cNvPr id="6" name="Text 2"/>
          <p:cNvSpPr/>
          <p:nvPr/>
        </p:nvSpPr>
        <p:spPr>
          <a:xfrm>
            <a:off x="868680" y="516636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ひとつの気づきから、次の一歩へ。</a:t>
            </a:r>
            <a:endParaRPr lang="en-US" sz="2000" dirty="0"/>
          </a:p>
        </p:txBody>
      </p:sp>
      <p:sp>
        <p:nvSpPr>
          <p:cNvPr id="7" name="Text 3"/>
          <p:cNvSpPr/>
          <p:nvPr/>
        </p:nvSpPr>
        <p:spPr>
          <a:xfrm>
            <a:off x="10972800" y="64008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400" dirty="0">
                <a:solidFill>
                  <a:srgbClr val="14141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731520" y="6428232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5D53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架空のチームワークショップ / 章扉の作例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E0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82880"/>
            <a:ext cx="11722608" cy="6181344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365760"/>
            <a:ext cx="7315200" cy="50292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14400" y="453542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spc="150" kern="0" dirty="0">
                <a:solidFill>
                  <a:srgbClr val="14141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CHAPTER 01 / NOTICE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914400" y="4846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41413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見つける。</a:t>
            </a:r>
            <a:endParaRPr lang="en-US" sz="4400" dirty="0"/>
          </a:p>
        </p:txBody>
      </p:sp>
      <p:sp>
        <p:nvSpPr>
          <p:cNvPr id="6" name="Text 2"/>
          <p:cNvSpPr/>
          <p:nvPr/>
        </p:nvSpPr>
        <p:spPr>
          <a:xfrm>
            <a:off x="932688" y="5724144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「ちょっと気になる」を、置き去りにしない。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10972800" y="64008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400" dirty="0">
                <a:solidFill>
                  <a:srgbClr val="14141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731520" y="6428232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5D53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チームのアイデアを、育てる。 / 章扉サンプル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82880"/>
            <a:ext cx="11722608" cy="6181344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365760"/>
            <a:ext cx="7315200" cy="50292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14400" y="453542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spc="150" kern="0" dirty="0">
                <a:solidFill>
                  <a:srgbClr val="14141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CHAPTER 02 / SHARE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914400" y="4846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41413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話してみる。</a:t>
            </a:r>
            <a:endParaRPr lang="en-US" sz="4400" dirty="0"/>
          </a:p>
        </p:txBody>
      </p:sp>
      <p:sp>
        <p:nvSpPr>
          <p:cNvPr id="6" name="Text 2"/>
          <p:cNvSpPr/>
          <p:nvPr/>
        </p:nvSpPr>
        <p:spPr>
          <a:xfrm>
            <a:off x="932688" y="5724144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まだ答えにならない言葉にも、耳を澄ます。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10972800" y="64008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400" dirty="0">
                <a:solidFill>
                  <a:srgbClr val="14141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731520" y="6428232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5D53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チームのアイデアを、育てる。 / 章扉サンプル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5E6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82880"/>
            <a:ext cx="11722608" cy="6181344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365760"/>
            <a:ext cx="7315200" cy="50292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14400" y="453542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spc="150" kern="0" dirty="0">
                <a:solidFill>
                  <a:srgbClr val="14141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CHAPTER 03 / TRY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914400" y="4846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41413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試してみる。</a:t>
            </a:r>
            <a:endParaRPr lang="en-US" sz="4400" dirty="0"/>
          </a:p>
        </p:txBody>
      </p:sp>
      <p:sp>
        <p:nvSpPr>
          <p:cNvPr id="6" name="Text 2"/>
          <p:cNvSpPr/>
          <p:nvPr/>
        </p:nvSpPr>
        <p:spPr>
          <a:xfrm>
            <a:off x="932688" y="5724144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大きく決める前に、小さく手を動かす。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10972800" y="64008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400" dirty="0">
                <a:solidFill>
                  <a:srgbClr val="14141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04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731520" y="6428232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5D53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チームのアイデアを、育てる。 / 章扉サンプル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E6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82880"/>
            <a:ext cx="11722608" cy="6181344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365760"/>
            <a:ext cx="7315200" cy="50292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14400" y="453542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spc="150" kern="0" dirty="0">
                <a:solidFill>
                  <a:srgbClr val="14141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CHAPTER 04 / LEARN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914400" y="4846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41413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振り返る。</a:t>
            </a:r>
            <a:endParaRPr lang="en-US" sz="4400" dirty="0"/>
          </a:p>
        </p:txBody>
      </p:sp>
      <p:sp>
        <p:nvSpPr>
          <p:cNvPr id="6" name="Text 2"/>
          <p:cNvSpPr/>
          <p:nvPr/>
        </p:nvSpPr>
        <p:spPr>
          <a:xfrm>
            <a:off x="932688" y="5724144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うまくいったことも、迷ったことも、次の種に。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10972800" y="64008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400" dirty="0">
                <a:solidFill>
                  <a:srgbClr val="14141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05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731520" y="6428232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5D53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チームのアイデアを、育てる。 / 章扉サンプル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Studio Yebisu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チームのアイデアを、育てる。</dc:title>
  <dc:subject>日本語の手描き章扉サンプル</dc:subject>
  <dc:creator>Studio Yebisu</dc:creator>
  <cp:lastModifiedBy>Studio Yebisu</cp:lastModifiedBy>
  <cp:revision>1</cp:revision>
  <dcterms:created xsi:type="dcterms:W3CDTF">2026-10-14T00:41:18Z</dcterms:created>
  <dcterms:modified xsi:type="dcterms:W3CDTF">2026-10-14T00:41:18Z</dcterms:modified>
</cp:coreProperties>
</file>