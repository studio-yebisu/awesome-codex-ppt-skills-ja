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889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:vapor-to-cloud-condensation:segment-1"/>
          <p:cNvSpPr/>
          <p:nvPr/>
        </p:nvSpPr>
        <p:spPr>
          <a:xfrm>
            <a:off x="4572000" y="2209800"/>
            <a:ext cx="3048000" cy="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3" name="Edge-label:vapor-to-cloud-condensation"/>
          <p:cNvSpPr/>
          <p:nvPr/>
        </p:nvSpPr>
        <p:spPr>
          <a:xfrm>
            <a:off x="5730240" y="170688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凝結</a:t>
            </a:r>
            <a:endParaRPr lang="en-US" sz="1920" dirty="0"/>
          </a:p>
        </p:txBody>
      </p:sp>
      <p:sp>
        <p:nvSpPr>
          <p:cNvPr id="4" name="Edge:cloud-to-river-precipitation:segment-1"/>
          <p:cNvSpPr/>
          <p:nvPr/>
        </p:nvSpPr>
        <p:spPr>
          <a:xfrm>
            <a:off x="9525000" y="2743200"/>
            <a:ext cx="0" cy="152400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5" name="Edge-label:cloud-to-river-precipitation"/>
          <p:cNvSpPr/>
          <p:nvPr/>
        </p:nvSpPr>
        <p:spPr>
          <a:xfrm>
            <a:off x="9806940" y="332232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降水</a:t>
            </a:r>
            <a:endParaRPr lang="en-US" sz="1920" dirty="0"/>
          </a:p>
        </p:txBody>
      </p:sp>
      <p:sp>
        <p:nvSpPr>
          <p:cNvPr id="6" name="Edge:river-to-sea-flow:segment-1"/>
          <p:cNvSpPr/>
          <p:nvPr/>
        </p:nvSpPr>
        <p:spPr>
          <a:xfrm flipH="1">
            <a:off x="4572000" y="4800600"/>
            <a:ext cx="3048000" cy="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7" name="Edge-label:river-to-sea-flow"/>
          <p:cNvSpPr/>
          <p:nvPr/>
        </p:nvSpPr>
        <p:spPr>
          <a:xfrm>
            <a:off x="5486400" y="4907280"/>
            <a:ext cx="121920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水の流れ</a:t>
            </a:r>
            <a:endParaRPr lang="en-US" sz="1920" dirty="0"/>
          </a:p>
        </p:txBody>
      </p:sp>
      <p:sp>
        <p:nvSpPr>
          <p:cNvPr id="8" name="Edge:sea-to-vapor-evaporation:segment-1"/>
          <p:cNvSpPr/>
          <p:nvPr/>
        </p:nvSpPr>
        <p:spPr>
          <a:xfrm flipV="1">
            <a:off x="2667000" y="2743200"/>
            <a:ext cx="0" cy="1524000"/>
          </a:xfrm>
          <a:prstGeom prst="line">
            <a:avLst/>
          </a:prstGeom>
          <a:noFill/>
          <a:ln w="22860">
            <a:solidFill>
              <a:srgbClr val="1C5A78"/>
            </a:solidFill>
            <a:prstDash val="solid"/>
            <a:headEnd type="none"/>
            <a:tailEnd type="triangle"/>
          </a:ln>
        </p:spPr>
      </p:sp>
      <p:sp>
        <p:nvSpPr>
          <p:cNvPr id="9" name="Edge-label:sea-to-vapor-evaporation"/>
          <p:cNvSpPr/>
          <p:nvPr/>
        </p:nvSpPr>
        <p:spPr>
          <a:xfrm>
            <a:off x="1653540" y="3322320"/>
            <a:ext cx="731520" cy="365760"/>
          </a:xfrm>
          <a:prstGeom prst="rect">
            <a:avLst/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20" dirty="0">
                <a:solidFill>
                  <a:srgbClr val="3A4F5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蒸発</a:t>
            </a:r>
            <a:endParaRPr lang="en-US" sz="1920" dirty="0"/>
          </a:p>
        </p:txBody>
      </p:sp>
      <p:sp>
        <p:nvSpPr>
          <p:cNvPr id="10" name="Node:atmospheric-vapor"/>
          <p:cNvSpPr/>
          <p:nvPr/>
        </p:nvSpPr>
        <p:spPr>
          <a:xfrm>
            <a:off x="762000" y="16764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1" name="Node-label:atmospheric-vapor"/>
          <p:cNvSpPr/>
          <p:nvPr/>
        </p:nvSpPr>
        <p:spPr>
          <a:xfrm>
            <a:off x="762000" y="16764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大気中の水蒸気</a:t>
            </a:r>
            <a:endParaRPr lang="en-US" sz="2160" dirty="0"/>
          </a:p>
        </p:txBody>
      </p:sp>
      <p:sp>
        <p:nvSpPr>
          <p:cNvPr id="12" name="Node:cloud-droplets"/>
          <p:cNvSpPr/>
          <p:nvPr/>
        </p:nvSpPr>
        <p:spPr>
          <a:xfrm>
            <a:off x="7620000" y="16764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3" name="Node-label:cloud-droplets"/>
          <p:cNvSpPr/>
          <p:nvPr/>
        </p:nvSpPr>
        <p:spPr>
          <a:xfrm>
            <a:off x="7620000" y="16764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雲の中の水滴</a:t>
            </a:r>
            <a:endParaRPr lang="en-US" sz="2160" dirty="0"/>
          </a:p>
        </p:txBody>
      </p:sp>
      <p:sp>
        <p:nvSpPr>
          <p:cNvPr id="14" name="Node:river-water"/>
          <p:cNvSpPr/>
          <p:nvPr/>
        </p:nvSpPr>
        <p:spPr>
          <a:xfrm>
            <a:off x="7620000" y="42672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5" name="Node-label:river-water"/>
          <p:cNvSpPr/>
          <p:nvPr/>
        </p:nvSpPr>
        <p:spPr>
          <a:xfrm>
            <a:off x="7620000" y="42672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川の水</a:t>
            </a:r>
            <a:endParaRPr lang="en-US" sz="2160" dirty="0"/>
          </a:p>
        </p:txBody>
      </p:sp>
      <p:sp>
        <p:nvSpPr>
          <p:cNvPr id="16" name="Node:sea-lake-water"/>
          <p:cNvSpPr/>
          <p:nvPr/>
        </p:nvSpPr>
        <p:spPr>
          <a:xfrm>
            <a:off x="762000" y="4267200"/>
            <a:ext cx="3810000" cy="1066800"/>
          </a:xfrm>
          <a:prstGeom prst="rect">
            <a:avLst/>
          </a:prstGeom>
          <a:solidFill>
            <a:srgbClr val="EAF3FA"/>
          </a:solidFill>
          <a:ln w="22860">
            <a:solidFill>
              <a:srgbClr val="1C5A78"/>
            </a:solidFill>
            <a:prstDash val="solid"/>
          </a:ln>
        </p:spPr>
      </p:sp>
      <p:sp>
        <p:nvSpPr>
          <p:cNvPr id="17" name="Node-label:sea-lake-water"/>
          <p:cNvSpPr/>
          <p:nvPr/>
        </p:nvSpPr>
        <p:spPr>
          <a:xfrm>
            <a:off x="762000" y="4267200"/>
            <a:ext cx="3810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160" b="1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湖の水</a:t>
            </a:r>
            <a:endParaRPr lang="en-US" sz="2160" dirty="0"/>
          </a:p>
        </p:txBody>
      </p:sp>
      <p:sp>
        <p:nvSpPr>
          <p:cNvPr id="18" name="Annotation:title"/>
          <p:cNvSpPr/>
          <p:nvPr/>
        </p:nvSpPr>
        <p:spPr>
          <a:xfrm>
            <a:off x="762000" y="411480"/>
            <a:ext cx="579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20" b="1" dirty="0">
                <a:solidFill>
                  <a:srgbClr val="163A4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水循環の代表的な経路</a:t>
            </a:r>
            <a:endParaRPr lang="en-US" sz="3120" dirty="0"/>
          </a:p>
        </p:txBody>
      </p:sp>
      <p:sp>
        <p:nvSpPr>
          <p:cNvPr id="19" name="Annotation:footnote"/>
          <p:cNvSpPr/>
          <p:nvPr/>
        </p:nvSpPr>
        <p:spPr>
          <a:xfrm>
            <a:off x="762000" y="58445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20" dirty="0">
                <a:solidFill>
                  <a:srgbClr val="4A5C6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水の移動の一部のみを示す。量・時間・縮尺は表していない。</a:t>
            </a:r>
            <a:endParaRPr lang="en-US" sz="1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ワイド画面</PresentationFormat>
  <Paragraphs>11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Yu Gothic</vt:lpstr>
      <vt:lpstr>Arial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水循環の代表的な経路</dc:title>
  <dc:subject>Native editable scientific schematic</dc:subject>
  <dc:creator>Studio Yebisu</dc:creator>
  <cp:lastModifiedBy>恭彦 笹谷</cp:lastModifiedBy>
  <cp:revision>2</cp:revision>
  <dcterms:created xsi:type="dcterms:W3CDTF">2026-10-15T10:30:53Z</dcterms:created>
  <dcterms:modified xsi:type="dcterms:W3CDTF">2026-10-15T11:26:48Z</dcterms:modified>
</cp:coreProperties>
</file>