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架空の制作例。SNS・Web・掲示板を行き来する、という課題仮説。既存の発信を生かし、一覧を共通の入口にする。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number"/>
          <p:cNvSpPr/>
          <p:nvPr/>
        </p:nvSpPr>
        <p:spPr>
          <a:xfrm>
            <a:off x="284376" y="357112"/>
            <a:ext cx="379168" cy="357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number-rule"/>
          <p:cNvSpPr/>
          <p:nvPr/>
        </p:nvSpPr>
        <p:spPr>
          <a:xfrm>
            <a:off x="743752" y="247792"/>
            <a:ext cx="3646" cy="546599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991669" y="291520"/>
            <a:ext cx="10645858" cy="583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まず「探す場所」をそろえる</a:t>
            </a:r>
            <a:endParaRPr lang="en-US" sz="3600" dirty="0"/>
          </a:p>
        </p:txBody>
      </p:sp>
      <p:sp>
        <p:nvSpPr>
          <p:cNvPr id="5" name="subtitle"/>
          <p:cNvSpPr/>
          <p:nvPr/>
        </p:nvSpPr>
        <p:spPr>
          <a:xfrm>
            <a:off x="1057294" y="816255"/>
            <a:ext cx="10791692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SNS・Web・掲示板を行き来する、という課題仮説</a:t>
            </a:r>
            <a:endParaRPr lang="en-US" sz="2000" dirty="0"/>
          </a:p>
        </p:txBody>
      </p:sp>
      <p:sp>
        <p:nvSpPr>
          <p:cNvPr id="6" name="header-rule"/>
          <p:cNvSpPr/>
          <p:nvPr/>
        </p:nvSpPr>
        <p:spPr>
          <a:xfrm>
            <a:off x="291667" y="1326414"/>
            <a:ext cx="11608361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</p:sp>
      <p:sp>
        <p:nvSpPr>
          <p:cNvPr id="7" name="section"/>
          <p:cNvSpPr/>
          <p:nvPr/>
        </p:nvSpPr>
        <p:spPr>
          <a:xfrm>
            <a:off x="269792" y="1581494"/>
            <a:ext cx="6562515" cy="357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案内の入口をそろえる</a:t>
            </a:r>
            <a:endParaRPr lang="en-US" sz="2100" dirty="0"/>
          </a:p>
        </p:txBody>
      </p:sp>
      <p:sp>
        <p:nvSpPr>
          <p:cNvPr id="8" name="current"/>
          <p:cNvSpPr/>
          <p:nvPr/>
        </p:nvSpPr>
        <p:spPr>
          <a:xfrm>
            <a:off x="1115628" y="2215549"/>
            <a:ext cx="2078130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現状の仮説</a:t>
            </a:r>
            <a:endParaRPr lang="en-US" sz="2100" dirty="0"/>
          </a:p>
        </p:txBody>
      </p:sp>
      <p:sp>
        <p:nvSpPr>
          <p:cNvPr id="9" name="proposal"/>
          <p:cNvSpPr/>
          <p:nvPr/>
        </p:nvSpPr>
        <p:spPr>
          <a:xfrm>
            <a:off x="5818764" y="2215549"/>
            <a:ext cx="729168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</a:t>
            </a:r>
            <a:endParaRPr lang="en-US" sz="2100" dirty="0"/>
          </a:p>
        </p:txBody>
      </p:sp>
      <p:sp>
        <p:nvSpPr>
          <p:cNvPr id="10" name="keep"/>
          <p:cNvSpPr/>
          <p:nvPr/>
        </p:nvSpPr>
        <p:spPr>
          <a:xfrm>
            <a:off x="9697939" y="2186397"/>
            <a:ext cx="1604170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残すもの</a:t>
            </a:r>
            <a:endParaRPr lang="en-US" sz="2100" dirty="0"/>
          </a:p>
        </p:txBody>
      </p:sp>
      <p:sp>
        <p:nvSpPr>
          <p:cNvPr id="11" name="source-box-0"/>
          <p:cNvSpPr/>
          <p:nvPr/>
        </p:nvSpPr>
        <p:spPr>
          <a:xfrm>
            <a:off x="532293" y="2630965"/>
            <a:ext cx="2413547" cy="670495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</p:sp>
      <p:sp>
        <p:nvSpPr>
          <p:cNvPr id="12" name="source-label-0"/>
          <p:cNvSpPr/>
          <p:nvPr/>
        </p:nvSpPr>
        <p:spPr>
          <a:xfrm>
            <a:off x="765627" y="2813165"/>
            <a:ext cx="2019796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</a:t>
            </a:r>
            <a:endParaRPr lang="en-US" sz="2100" dirty="0"/>
          </a:p>
        </p:txBody>
      </p:sp>
      <p:sp>
        <p:nvSpPr>
          <p:cNvPr id="13" name="source-box-1"/>
          <p:cNvSpPr/>
          <p:nvPr/>
        </p:nvSpPr>
        <p:spPr>
          <a:xfrm>
            <a:off x="532293" y="3483660"/>
            <a:ext cx="2413547" cy="670495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</p:sp>
      <p:sp>
        <p:nvSpPr>
          <p:cNvPr id="14" name="source-label-1"/>
          <p:cNvSpPr/>
          <p:nvPr/>
        </p:nvSpPr>
        <p:spPr>
          <a:xfrm>
            <a:off x="758335" y="3665860"/>
            <a:ext cx="2019796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</a:t>
            </a:r>
            <a:endParaRPr lang="en-US" sz="2100" dirty="0"/>
          </a:p>
        </p:txBody>
      </p:sp>
      <p:sp>
        <p:nvSpPr>
          <p:cNvPr id="15" name="source-box-2"/>
          <p:cNvSpPr/>
          <p:nvPr/>
        </p:nvSpPr>
        <p:spPr>
          <a:xfrm>
            <a:off x="532293" y="4336355"/>
            <a:ext cx="2413547" cy="670495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</p:sp>
      <p:sp>
        <p:nvSpPr>
          <p:cNvPr id="16" name="source-label-2"/>
          <p:cNvSpPr/>
          <p:nvPr/>
        </p:nvSpPr>
        <p:spPr>
          <a:xfrm>
            <a:off x="758335" y="4511267"/>
            <a:ext cx="2019796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掲示板</a:t>
            </a:r>
            <a:endParaRPr lang="en-US" sz="2100" dirty="0"/>
          </a:p>
        </p:txBody>
      </p:sp>
      <p:sp>
        <p:nvSpPr>
          <p:cNvPr id="17" name="list-box"/>
          <p:cNvSpPr/>
          <p:nvPr/>
        </p:nvSpPr>
        <p:spPr>
          <a:xfrm>
            <a:off x="4375010" y="2856893"/>
            <a:ext cx="3441675" cy="1851150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</p:sp>
      <p:sp>
        <p:nvSpPr>
          <p:cNvPr id="18" name="list-label"/>
          <p:cNvSpPr/>
          <p:nvPr/>
        </p:nvSpPr>
        <p:spPr>
          <a:xfrm>
            <a:off x="4739594" y="3520100"/>
            <a:ext cx="3026049" cy="553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共通のイベント一覧</a:t>
            </a:r>
            <a:endParaRPr lang="en-US" sz="2500" dirty="0"/>
          </a:p>
        </p:txBody>
      </p:sp>
      <p:sp>
        <p:nvSpPr>
          <p:cNvPr id="19" name="details-box"/>
          <p:cNvSpPr/>
          <p:nvPr/>
        </p:nvSpPr>
        <p:spPr>
          <a:xfrm>
            <a:off x="8873979" y="2856893"/>
            <a:ext cx="3026049" cy="1851150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</p:sp>
      <p:sp>
        <p:nvSpPr>
          <p:cNvPr id="20" name="details-label"/>
          <p:cNvSpPr/>
          <p:nvPr/>
        </p:nvSpPr>
        <p:spPr>
          <a:xfrm>
            <a:off x="9041688" y="3425356"/>
            <a:ext cx="2807298" cy="728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各店の詳しい案内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へのリンク</a:t>
            </a:r>
            <a:endParaRPr lang="en-US" sz="1900" dirty="0"/>
          </a:p>
        </p:txBody>
      </p:sp>
      <p:sp>
        <p:nvSpPr>
          <p:cNvPr id="21" name="route-1"/>
          <p:cNvSpPr/>
          <p:nvPr/>
        </p:nvSpPr>
        <p:spPr>
          <a:xfrm>
            <a:off x="2945840" y="2966213"/>
            <a:ext cx="1421878" cy="532023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  <a:tailEnd type="triangle"/>
          </a:ln>
        </p:spPr>
      </p:sp>
      <p:sp>
        <p:nvSpPr>
          <p:cNvPr id="22" name="route-2"/>
          <p:cNvSpPr/>
          <p:nvPr/>
        </p:nvSpPr>
        <p:spPr>
          <a:xfrm>
            <a:off x="2945840" y="3797044"/>
            <a:ext cx="1421878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  <a:tailEnd type="triangle"/>
          </a:ln>
        </p:spPr>
      </p:sp>
      <p:sp>
        <p:nvSpPr>
          <p:cNvPr id="23" name="route-3"/>
          <p:cNvSpPr/>
          <p:nvPr/>
        </p:nvSpPr>
        <p:spPr>
          <a:xfrm flipV="1">
            <a:off x="2945840" y="4081275"/>
            <a:ext cx="1421878" cy="568463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  <a:tailEnd type="triangle"/>
          </a:ln>
        </p:spPr>
      </p:sp>
      <p:sp>
        <p:nvSpPr>
          <p:cNvPr id="24" name="route-4"/>
          <p:cNvSpPr/>
          <p:nvPr/>
        </p:nvSpPr>
        <p:spPr>
          <a:xfrm>
            <a:off x="7816685" y="3797044"/>
            <a:ext cx="1050002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  <a:tailEnd type="triangle"/>
          </a:ln>
        </p:spPr>
      </p:sp>
      <p:sp>
        <p:nvSpPr>
          <p:cNvPr id="25" name="caveat"/>
          <p:cNvSpPr/>
          <p:nvPr/>
        </p:nvSpPr>
        <p:spPr>
          <a:xfrm>
            <a:off x="284376" y="5298370"/>
            <a:ext cx="3645842" cy="26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現地調査は未実施</a:t>
            </a:r>
            <a:endParaRPr lang="en-US" sz="1400" dirty="0"/>
          </a:p>
        </p:txBody>
      </p:sp>
      <p:sp>
        <p:nvSpPr>
          <p:cNvPr id="26" name="bottom-rule"/>
          <p:cNvSpPr/>
          <p:nvPr/>
        </p:nvSpPr>
        <p:spPr>
          <a:xfrm>
            <a:off x="291667" y="5859545"/>
            <a:ext cx="11608361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</p:sp>
      <p:sp>
        <p:nvSpPr>
          <p:cNvPr id="27" name="takeaway"/>
          <p:cNvSpPr/>
          <p:nvPr/>
        </p:nvSpPr>
        <p:spPr>
          <a:xfrm>
            <a:off x="291667" y="6078185"/>
            <a:ext cx="9406272" cy="451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既存の発信を生かし、一覧を共通の入口にする。</a:t>
            </a:r>
            <a:endParaRPr lang="en-US" sz="2700" dirty="0"/>
          </a:p>
        </p:txBody>
      </p:sp>
      <p:sp>
        <p:nvSpPr>
          <p:cNvPr id="28" name="footer"/>
          <p:cNvSpPr/>
          <p:nvPr/>
        </p:nvSpPr>
        <p:spPr>
          <a:xfrm>
            <a:off x="291667" y="6559192"/>
            <a:ext cx="11608361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14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架空の企画例。課題は検証前の仮説です。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まず「探す場所」をそろえる</dc:title>
  <dc:subject>架空の商店街企画</dc:subject>
  <dc:creator>CyberPPT Japanese repository example</dc:creator>
  <cp:lastModifiedBy>CyberPPT Japanese repository example</cp:lastModifiedBy>
  <cp:revision>1</cp:revision>
  <dcterms:created xsi:type="dcterms:W3CDTF">2026-10-15T17:33:22Z</dcterms:created>
  <dcterms:modified xsi:type="dcterms:W3CDTF">2026-10-15T17:33:22Z</dcterms:modified>
</cp:coreProperties>
</file>