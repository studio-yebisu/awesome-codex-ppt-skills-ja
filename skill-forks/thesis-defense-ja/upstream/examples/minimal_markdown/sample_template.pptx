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4114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</a:rPr>
              <a:t>学校/实验室模板标题区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49377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830604"/>
                </a:solidFill>
                <a:latin typeface="Microsoft YaHei"/>
              </a:rPr>
              <a:t>毕业论文答辩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0632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262626"/>
                </a:solidFill>
                <a:latin typeface="Microsoft YaHei"/>
              </a:rPr>
              <a:t>题目占位：请替换为论文题目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94760"/>
            <a:ext cx="6583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262626"/>
                </a:solidFill>
                <a:latin typeface="Microsoft YaHei"/>
              </a:rPr>
              <a:t>作者 / 专业 / 指导教师 / 日期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28600"/>
            <a:ext cx="1005840" cy="347472"/>
          </a:xfrm>
          <a:prstGeom prst="round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Microsoft YaHei"/>
              </a:rPr>
              <a:t>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Microsoft YaHei"/>
              </a:rPr>
              <a:t>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Microsoft YaHei"/>
              </a:rPr>
              <a:t>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830604"/>
                </a:solidFill>
                <a:latin typeface="Microsoft YaHei"/>
              </a:rPr>
              <a:t>研究背景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Microsoft YaHei"/>
              </a:rPr>
              <a:t>左侧内容占位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Microsoft YaHei"/>
              </a:rPr>
              <a:t>右侧内容占位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Microsoft YaHei"/>
              </a:rPr>
              <a:t>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28600"/>
            <a:ext cx="1005840" cy="347472"/>
          </a:xfrm>
          <a:prstGeom prst="round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Microsoft YaHei"/>
              </a:rPr>
              <a:t>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Microsoft YaHei"/>
              </a:rPr>
              <a:t>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830604"/>
                </a:solidFill>
                <a:latin typeface="Microsoft YaHei"/>
              </a:rPr>
              <a:t>方法设计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Microsoft YaHei"/>
              </a:rPr>
              <a:t>左侧内容占位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Microsoft YaHei"/>
              </a:rPr>
              <a:t>右侧内容占位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Microsoft YaHei"/>
              </a:rPr>
              <a:t>背景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74519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Microsoft YaHei"/>
              </a:rPr>
              <a:t>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28600"/>
            <a:ext cx="1005840" cy="347472"/>
          </a:xfrm>
          <a:prstGeom prst="roundRect">
            <a:avLst/>
          </a:prstGeom>
          <a:solidFill>
            <a:srgbClr val="830604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Microsoft YaHei"/>
              </a:rPr>
              <a:t>结果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28600"/>
            <a:ext cx="1005840" cy="347472"/>
          </a:xfrm>
          <a:prstGeom prst="roundRect">
            <a:avLst/>
          </a:prstGeom>
          <a:solidFill>
            <a:srgbClr val="F7F3F1"/>
          </a:solidFill>
          <a:ln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46888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830604"/>
                </a:solidFill>
                <a:latin typeface="Microsoft YaHei"/>
              </a:rPr>
              <a:t>总结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8412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830604"/>
                </a:solidFill>
                <a:latin typeface="Microsoft YaHei"/>
              </a:rPr>
              <a:t>实验结果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1417320"/>
            <a:ext cx="5212080" cy="4297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8306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Microsoft YaHei"/>
              </a:rPr>
              <a:t>左侧内容占位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691640"/>
            <a:ext cx="46634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830604"/>
                </a:solidFill>
                <a:latin typeface="Microsoft YaHei"/>
              </a:rPr>
              <a:t>右侧内容占位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