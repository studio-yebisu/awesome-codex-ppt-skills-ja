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学校/实验室模板标题区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830604"/>
                </a:solidFill>
                <a:latin typeface="Microsoft YaHei"/>
              </a:rPr>
              <a:t>毕业论文答辩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Microsoft YaHei"/>
              </a:rPr>
              <a:t>题目占位：请替换为论文题目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Microsoft YaHei"/>
              </a:rPr>
              <a:t>作者 / 专业 / 指导教师 / 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Microsoft YaHei"/>
              </a:rPr>
              <a:t>研究背景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左侧内容占位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右侧内容占位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Microsoft YaHei"/>
              </a:rPr>
              <a:t>方法设计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左侧内容占位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右侧内容占位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Microsoft YaHei"/>
              </a:rPr>
              <a:t>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Microsoft YaHei"/>
              </a:rPr>
              <a:t>实验结果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左侧内容占位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Microsoft YaHei"/>
              </a:rPr>
              <a:t>右侧内容占位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