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では、エディターでの保存、Gitへの記録、リモートへの共有を区別します。保存だけでは履歴に残らず、コミットだけでは共有先へ送られません。この作例は元画像から文字とカードを編集可能に再構成し、アイコンは画像として保持しています。この案内ノートはカタログ制作時に新規追加したもので、元画像から抽出した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変更は作業ツリー、ステージ、ローカル履歴の順に進みます。git addで次に記録する内容を選び、git commitでその内容を手元の履歴に残します。add後の追加編集は自動でステージへ入らないため、必要なら再度addして確認します。この案内ノートはカタログ制作時に新規追加したものです。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次回の記録内容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"/>
                <a:ea typeface="Arial"/>
                <a:cs typeface="Arial"/>
              </a:rPr>
              <a:t>git add</a:t>
            </a:r>
            <a:endParaRPr lang="zh-CN" sz="2150"/>
          </a:p>
        </p:txBody>
      </p:sp>
      <p:sp>
        <p:nvSpPr>
          <p:cNvPr id="26" name="TextBox 26"/>
          <p:cNvSpPr txBox="1"/>
          <p:nvPr/>
        </p:nvSpPr>
        <p:spPr>
          <a:xfrm>
            <a:off x="7517006" y="3986531"/>
            <a:ext cx="116607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15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