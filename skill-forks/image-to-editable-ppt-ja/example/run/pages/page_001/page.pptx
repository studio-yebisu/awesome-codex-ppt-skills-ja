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11214" y="5553450"/>
            <a:ext cx="11369267" cy="925575"/>
          </a:xfrm>
          <a:prstGeom prst="roundRect">
            <a:avLst>
              <a:gd name="adj" fmla="val 25197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80870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161877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572657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053665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464445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45452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3894874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lygon 10"/>
          <p:cNvSpPr/>
          <p:nvPr/>
        </p:nvSpPr>
        <p:spPr>
          <a:xfrm>
            <a:off x="7786662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document"/>
          <p:cNvPicPr/>
          <p:nvPr/>
        </p:nvPicPr>
        <p:blipFill>
          <a:blip r:embed="rId2"/>
          <a:stretch>
            <a:fillRect/>
          </a:stretch>
        </p:blipFill>
        <p:spPr>
          <a:xfrm>
            <a:off x="1489837" y="2492493"/>
            <a:ext cx="1464886" cy="1588782"/>
          </a:xfrm>
          <a:prstGeom prst="rect">
            <a:avLst/>
          </a:prstGeom>
        </p:spPr>
      </p:pic>
      <p:pic>
        <p:nvPicPr>
          <p:cNvPr id="12" name="history"/>
          <p:cNvPicPr/>
          <p:nvPr/>
        </p:nvPicPr>
        <p:blipFill>
          <a:blip r:embed="rId3"/>
          <a:stretch>
            <a:fillRect/>
          </a:stretch>
        </p:blipFill>
        <p:spPr>
          <a:xfrm>
            <a:off x="5257729" y="2543509"/>
            <a:ext cx="1836574" cy="1508614"/>
          </a:xfrm>
          <a:prstGeom prst="rect">
            <a:avLst/>
          </a:prstGeom>
        </p:spPr>
      </p:pic>
      <p:pic>
        <p:nvPicPr>
          <p:cNvPr id="13" name="upload"/>
          <p:cNvPicPr/>
          <p:nvPr/>
        </p:nvPicPr>
        <p:blipFill>
          <a:blip r:embed="rId4"/>
          <a:stretch>
            <a:fillRect/>
          </a:stretch>
        </p:blipFill>
        <p:spPr>
          <a:xfrm>
            <a:off x="8952740" y="2521645"/>
            <a:ext cx="2062502" cy="153776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64262" y="393552"/>
            <a:ext cx="9182869" cy="11515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9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Gitの保存・記録・共有</a:t>
            </a:r>
            <a:endParaRPr lang="zh-CN" sz="7090"/>
          </a:p>
        </p:txBody>
      </p:sp>
      <p:sp>
        <p:nvSpPr>
          <p:cNvPr id="15" name="TextBox 15"/>
          <p:cNvSpPr txBox="1"/>
          <p:nvPr/>
        </p:nvSpPr>
        <p:spPr>
          <a:xfrm>
            <a:off x="637142" y="1545054"/>
            <a:ext cx="6012593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はじめてのGit・3分入門</a:t>
            </a:r>
            <a:endParaRPr lang="zh-CN" sz="3600"/>
          </a:p>
        </p:txBody>
      </p:sp>
      <p:sp>
        <p:nvSpPr>
          <p:cNvPr id="16" name="TextBox 16"/>
          <p:cNvSpPr txBox="1"/>
          <p:nvPr/>
        </p:nvSpPr>
        <p:spPr>
          <a:xfrm>
            <a:off x="1161877" y="5677345"/>
            <a:ext cx="9926244" cy="699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保存しただけでは、履歴にも共有先にも届かない</a:t>
            </a:r>
            <a:endParaRPr lang="zh-CN" sz="3600"/>
          </a:p>
        </p:txBody>
      </p:sp>
      <p:sp>
        <p:nvSpPr>
          <p:cNvPr id="17" name="TextBox 17"/>
          <p:cNvSpPr txBox="1"/>
          <p:nvPr/>
        </p:nvSpPr>
        <p:spPr>
          <a:xfrm>
            <a:off x="1161877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保存</a:t>
            </a:r>
            <a:endParaRPr lang="zh-CN" sz="3200"/>
          </a:p>
        </p:txBody>
      </p:sp>
      <p:sp>
        <p:nvSpPr>
          <p:cNvPr id="18" name="TextBox 18"/>
          <p:cNvSpPr txBox="1"/>
          <p:nvPr/>
        </p:nvSpPr>
        <p:spPr>
          <a:xfrm>
            <a:off x="855782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ファイルに反映</a:t>
            </a:r>
            <a:endParaRPr lang="zh-CN" sz="2300"/>
          </a:p>
        </p:txBody>
      </p:sp>
      <p:sp>
        <p:nvSpPr>
          <p:cNvPr id="19" name="TextBox 19"/>
          <p:cNvSpPr txBox="1"/>
          <p:nvPr/>
        </p:nvSpPr>
        <p:spPr>
          <a:xfrm>
            <a:off x="5053665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記録</a:t>
            </a:r>
            <a:endParaRPr lang="zh-CN" sz="3200"/>
          </a:p>
        </p:txBody>
      </p:sp>
      <p:sp>
        <p:nvSpPr>
          <p:cNvPr id="20" name="TextBox 20"/>
          <p:cNvSpPr txBox="1"/>
          <p:nvPr/>
        </p:nvSpPr>
        <p:spPr>
          <a:xfrm>
            <a:off x="4747569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手元の履歴に残す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8945452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共有</a:t>
            </a:r>
            <a:endParaRPr lang="zh-CN" sz="3200"/>
          </a:p>
        </p:txBody>
      </p:sp>
      <p:sp>
        <p:nvSpPr>
          <p:cNvPr id="22" name="TextBox 22"/>
          <p:cNvSpPr txBox="1"/>
          <p:nvPr/>
        </p:nvSpPr>
        <p:spPr>
          <a:xfrm>
            <a:off x="8639357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リモートへ送る</a:t>
            </a:r>
            <a:endParaRPr lang="zh-CN"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