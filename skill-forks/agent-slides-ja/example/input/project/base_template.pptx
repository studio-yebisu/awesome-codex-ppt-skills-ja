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Workshop Cover">
    <p:bg>
      <p:bgPr>
        <a:solidFill>
          <a:srgbClr val="102D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orkshop Cover Band"/>
          <p:cNvSpPr/>
          <p:nvPr userDrawn="1"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FF6A13"/>
          </a:solidFill>
          <a:ln>
            <a:noFill/>
          </a:ln>
        </p:spPr>
      </p:sp>
      <p:sp>
        <p:nvSpPr>
          <p:cNvPr id="5" name="Workshop Cover Rule"/>
          <p:cNvSpPr/>
          <p:nvPr userDrawn="1"/>
        </p:nvSpPr>
        <p:spPr>
          <a:xfrm>
            <a:off x="5547208" y="4087368"/>
            <a:ext cx="1097280" cy="64008"/>
          </a:xfrm>
          <a:prstGeom prst="rect">
            <a:avLst/>
          </a:prstGeom>
          <a:solidFill>
            <a:srgbClr val="FF6A13"/>
          </a:solidFill>
          <a:ln>
            <a:noFill/>
          </a:ln>
        </p:spPr>
      </p:sp>
      <p:sp>
        <p:nvSpPr>
          <p:cNvPr id="6" name="Workshop Cover Label"/>
          <p:cNvSpPr txBox="1"/>
          <p:nvPr userDrawn="1"/>
        </p:nvSpPr>
        <p:spPr>
          <a:xfrm>
            <a:off x="2026768" y="566928"/>
            <a:ext cx="8138160" cy="31089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algn="ctr"/>
            <a:r>
              <a:rPr lang="en-US" dirty="0" sz="1200" b="0">
                <a:solidFill>
                  <a:srgbClr val="D9E7F1"/>
                </a:solidFill>
                <a:latin typeface="Manrope"/>
                <a:ea typeface="Zen Kaku Gothic New"/>
                <a:cs typeface="Manrope"/>
              </a:rPr>
              <a:t>A DAY TO MAKE / CONCEPT PROPOSAL</a:t>
            </a:r>
          </a:p>
        </p:txBody>
      </p:sp>
      <p:sp>
        <p:nvSpPr>
          <p:cNvPr id="2" name="Workshop Cover Title"/>
          <p:cNvSpPr>
            <a:spLocks noGrp="1"/>
          </p:cNvSpPr>
          <p:nvPr>
            <p:ph type="ctrTitle" hasCustomPrompt="1"/>
          </p:nvPr>
        </p:nvSpPr>
        <p:spPr>
          <a:xfrm>
            <a:off x="822960" y="2011680"/>
            <a:ext cx="10545775" cy="1920240"/>
          </a:xfrm>
        </p:spPr>
        <p:txBody>
          <a:bodyPr vert="horz" wrap="square" lIns="91440" tIns="45720" rIns="91440" bIns="45720"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 b="1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</a:defRPr>
            </a:lvl1pPr>
          </a:lstStyle>
          <a:p>
            <a:pPr>
              <a:defRPr sz="4800" b="1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</a:defRPr>
            </a:pPr>
            <a:r>
              <a:rPr lang="ja-JP" altLang="en-US"/>
              <a:t>表紙の見出しを入力</a:t>
            </a:r>
          </a:p>
        </p:txBody>
      </p:sp>
      <p:sp>
        <p:nvSpPr>
          <p:cNvPr id="3" name="Workshop Cover Subtitle"/>
          <p:cNvSpPr>
            <a:spLocks noGrp="1"/>
          </p:cNvSpPr>
          <p:nvPr>
            <p:ph type="subTitle" idx="1" hasCustomPrompt="1"/>
          </p:nvPr>
        </p:nvSpPr>
        <p:spPr>
          <a:xfrm>
            <a:off x="1524305" y="4343400"/>
            <a:ext cx="9144000" cy="914400"/>
          </a:xfrm>
        </p:spPr>
        <p:txBody>
          <a:bodyPr vert="horz" wrap="square" lIns="91440" tIns="45720" rIns="91440" bIns="45720" rtlCol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>
                <a:solidFill>
                  <a:srgbClr val="D9E7F1"/>
                </a:solidFill>
                <a:latin typeface="Zen Kaku Gothic New"/>
                <a:ea typeface="Zen Kaku Gothic New"/>
                <a:cs typeface="Zen Kaku Gothic New"/>
              </a:defRPr>
            </a:lvl1pPr>
          </a:lstStyle>
          <a:p>
            <a:pPr>
              <a:defRPr sz="2000" b="0">
                <a:solidFill>
                  <a:srgbClr val="D9E7F1"/>
                </a:solidFill>
                <a:latin typeface="Zen Kaku Gothic New"/>
                <a:ea typeface="Zen Kaku Gothic New"/>
                <a:cs typeface="Zen Kaku Gothic New"/>
              </a:defRPr>
            </a:pPr>
            <a:r>
              <a:rPr lang="ja-JP" altLang="en-US"/>
              <a:t>補足の一文を入力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orkshop Split">
    <p:bg>
      <p:bgPr>
        <a:solidFill>
          <a:srgbClr val="102D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orkshop Side Panel"/>
          <p:cNvSpPr/>
          <p:nvPr userDrawn="1"/>
        </p:nvSpPr>
        <p:spPr>
          <a:xfrm>
            <a:off x="9162288" y="0"/>
            <a:ext cx="3029712" cy="6858000"/>
          </a:xfrm>
          <a:prstGeom prst="rect">
            <a:avLst/>
          </a:prstGeom>
          <a:solidFill>
            <a:srgbClr val="FF6A13"/>
          </a:solidFill>
          <a:ln>
            <a:noFill/>
          </a:ln>
        </p:spPr>
      </p:sp>
      <p:sp>
        <p:nvSpPr>
          <p:cNvPr id="5" name="Workshop Label"/>
          <p:cNvSpPr txBox="1"/>
          <p:nvPr userDrawn="1"/>
        </p:nvSpPr>
        <p:spPr>
          <a:xfrm>
            <a:off x="566928" y="301752"/>
            <a:ext cx="8138160" cy="31089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algn="l"/>
            <a:r>
              <a:rPr lang="en-US" dirty="0" sz="1200" b="0">
                <a:solidFill>
                  <a:srgbClr val="D9E7F1"/>
                </a:solidFill>
                <a:latin typeface="Manrope"/>
                <a:ea typeface="Zen Kaku Gothic New"/>
                <a:cs typeface="Manrope"/>
              </a:rPr>
              <a:t>A DAY TO MAKE / CONCEPT PROPOSAL</a:t>
            </a:r>
          </a:p>
        </p:txBody>
      </p:sp>
      <p:sp>
        <p:nvSpPr>
          <p:cNvPr id="2" name="Workshop Title"/>
          <p:cNvSpPr>
            <a:spLocks noGrp="1"/>
          </p:cNvSpPr>
          <p:nvPr>
            <p:ph type="title" hasCustomPrompt="1"/>
          </p:nvPr>
        </p:nvSpPr>
        <p:spPr>
          <a:xfrm>
            <a:off x="530352" y="822960"/>
            <a:ext cx="8321040" cy="2084832"/>
          </a:xfrm>
        </p:spPr>
        <p:txBody>
          <a:bodyPr vert="horz" wrap="square" lIns="91440" tIns="45720" rIns="91440" bIns="4572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5200" b="1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</a:defRPr>
            </a:lvl1pPr>
          </a:lstStyle>
          <a:p>
            <a:pPr>
              <a:defRPr sz="5200" b="1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</a:defRPr>
            </a:pPr>
            <a:r>
              <a:rPr lang="ja-JP" altLang="en-US"/>
              <a:t>見出しを入力</a:t>
            </a:r>
          </a:p>
        </p:txBody>
      </p:sp>
      <p:sp>
        <p:nvSpPr>
          <p:cNvPr id="3" name="Workshop Body"/>
          <p:cNvSpPr>
            <a:spLocks noGrp="1"/>
          </p:cNvSpPr>
          <p:nvPr>
            <p:ph idx="1" type="body" hasCustomPrompt="1"/>
          </p:nvPr>
        </p:nvSpPr>
        <p:spPr>
          <a:xfrm>
            <a:off x="594360" y="3063240"/>
            <a:ext cx="7973568" cy="868680"/>
          </a:xfrm>
        </p:spPr>
        <p:txBody>
          <a:bodyPr vert="horz" wrap="square" lIns="91440" tIns="45720" rIns="91440" bIns="45720" rtlCol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="0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</a:defRPr>
            </a:lvl1pPr>
            <a:lvl2pPr marL="274320" indent="0" algn="l">
              <a:lnSpc>
                <a:spcPct val="100000"/>
              </a:lnSpc>
              <a:spcBef>
                <a:spcPts val="0"/>
              </a:spcBef>
              <a:buNone/>
              <a:defRPr sz="2300" b="0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</a:defRPr>
            </a:lvl2pPr>
            <a:lvl3pPr marL="548640" indent="0" algn="l">
              <a:lnSpc>
                <a:spcPct val="100000"/>
              </a:lnSpc>
              <a:spcBef>
                <a:spcPts val="0"/>
              </a:spcBef>
              <a:buNone/>
              <a:defRPr sz="2300" b="0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</a:defRPr>
            </a:lvl3pPr>
            <a:lvl4pPr marL="822960" indent="0" algn="l">
              <a:lnSpc>
                <a:spcPct val="100000"/>
              </a:lnSpc>
              <a:spcBef>
                <a:spcPts val="0"/>
              </a:spcBef>
              <a:buNone/>
              <a:defRPr sz="2300" b="0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</a:defRPr>
            </a:lvl4pPr>
            <a:lvl5pPr marL="1097280" indent="0" algn="l">
              <a:lnSpc>
                <a:spcPct val="100000"/>
              </a:lnSpc>
              <a:spcBef>
                <a:spcPts val="0"/>
              </a:spcBef>
              <a:buNone/>
              <a:defRPr sz="2300" b="0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</a:defRPr>
            </a:lvl5pPr>
          </a:lstStyle>
          <a:p>
            <a:pPr>
              <a:defRPr sz="2300" b="0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</a:defRPr>
            </a:pPr>
            <a:r>
              <a:rPr lang="ja-JP" altLang="en-US"/>
              <a:t>本文を入力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Workshop Theme">
  <a:themeElements>
    <a:clrScheme name="Workshop Palette">
      <a:dk1>
        <a:srgbClr val="102D45"/>
      </a:dk1>
      <a:lt1>
        <a:srgbClr val="FFFFFF"/>
      </a:lt1>
      <a:dk2>
        <a:srgbClr val="1F497D"/>
      </a:dk2>
      <a:lt2>
        <a:srgbClr val="EEECE1"/>
      </a:lt2>
      <a:accent1>
        <a:srgbClr val="FF6A13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Workshop Type">
      <a:majorFont>
        <a:latin typeface="Zen Kaku Gothic New"/>
        <a:ea typeface="Zen Kaku Gothic New"/>
        <a:cs typeface=""/>
        <a:font script="Jpan" typeface="Zen Kaku Gothic New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Zen Kaku Gothic New"/>
        <a:ea typeface="Zen Kaku Gothic New"/>
        <a:cs typeface=""/>
        <a:font script="Jpan" typeface="Zen Kaku Gothic New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