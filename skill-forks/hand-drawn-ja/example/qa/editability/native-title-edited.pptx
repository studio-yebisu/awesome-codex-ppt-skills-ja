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1712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表紙。原典Step5に沿い、章ラベルや大きな図を置かず、小さな装飾マークだけを添える。 日本語グリフだけYu Minchoを明示する派生。欧文Georgia/Calibri、原典の字号・位置は保持。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観察した場面を集める章。原典#1の虫眼鏡を対応させた。章扉なので本文の手順や集計は含まない。 日本語グリフだけYu Minchoを明示する派生。欧文Georgia/Calibri、原典の字号・位置は保持。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集めた気づきについて意見を共有する章。原典#2の吹き出しを対応させた。 日本語グリフだけYu Minchoを明示する派生。欧文Georgia/Calibri、原典の字号・位置は保持。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一度に大きく変えず、試行を進める章。原典#20の階段を対応させた。 日本語グリフだけYu Minchoを明示する派生。欧文Georgia/Calibri、原典の字号・位置は保持。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試した結果を記録する章。原典#23のチェックリストを対応させた。旧版の循環矢印は使用しない。 日本語グリフだけYu Minchoを明示する派生。欧文Georgia/Calibri、原典の字号・位置は保持。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DA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005840"/>
            <a:ext cx="82296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64592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dirty="0">
                <a:solidFill>
                  <a:srgbClr val="141413"/>
                </a:solidFill>
                <a:latin typeface="Georgia" pitchFamily="34" charset="0"/>
                <a:ea typeface="Yu Mincho" pitchFamily="34" charset="-122"/>
                <a:cs typeface="Georgia" pitchFamily="34" charset="-120"/>
              </a:rPr>
              <a:t>話し合いの</a:t>
            </a:r>
            <a:endParaRPr lang="en-US" sz="5400" dirty="0"/>
          </a:p>
          <a:p>
            <a:pPr marL="0" indent="0">
              <a:buNone/>
            </a:pPr>
            <a:r>
              <a:rPr lang="en-US" sz="5400" dirty="0">
                <a:solidFill>
                  <a:srgbClr val="141413"/>
                </a:solidFill>
                <a:latin typeface="Georgia" pitchFamily="34" charset="0"/>
                <a:ea typeface="Yu Mincho" pitchFamily="34" charset="-122"/>
                <a:cs typeface="Georgia" pitchFamily="34" charset="-120"/>
              </a:rPr>
              <a:t>進め方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BD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4000">
                <a:solidFill>
                  <a:srgbClr val="141413"/>
                </a:solidFill>
                <a:latin typeface="Georgia" pitchFamily="34" charset="0"/>
                <a:ea typeface="Yu Mincho" pitchFamily="34" charset="-122"/>
                <a:cs typeface="Georgia" pitchFamily="34" charset="-120"/>
              </a:rPr>
              <a:t>観察を記録する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EB8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Yu Mincho" pitchFamily="34" charset="-122"/>
                <a:cs typeface="Georgia" pitchFamily="34" charset="-120"/>
              </a:rPr>
              <a:t>意見を共有する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B9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Yu Mincho" pitchFamily="34" charset="-122"/>
                <a:cs typeface="Georgia" pitchFamily="34" charset="-120"/>
              </a:rPr>
              <a:t>小さく試す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A9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Yu Mincho" pitchFamily="34" charset="-122"/>
                <a:cs typeface="Georgia" pitchFamily="34" charset="-120"/>
              </a:rPr>
              <a:t>結果を記録する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ワイド画面</PresentationFormat>
  <Paragraphs>25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Studio Yebisu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話し合いの進め方</dc:title>
  <dc:subject>原典の配色・章扉配置による日本語作例</dc:subject>
  <dc:creator>Studio Yebisu</dc:creator>
  <cp:lastModifiedBy>恭彦 笹谷</cp:lastModifiedBy>
  <cp:revision>2</cp:revision>
  <dcterms:created xsi:type="dcterms:W3CDTF">2026-10-15T18:13:08Z</dcterms:created>
  <dcterms:modified xsi:type="dcterms:W3CDTF">2026-10-15T18:13:18Z</dcterms:modified>
</cp:coreProperties>
</file>