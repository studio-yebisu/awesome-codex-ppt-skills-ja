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" name="C101"/>
          <p:cNvSpPr/>
          <p:nvPr/>
        </p:nvSpPr>
        <p:spPr>
          <a:xfrm>
            <a:off x="8486775" y="1228725"/>
            <a:ext cx="2266950" cy="226695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02" name="R102"/>
          <p:cNvSpPr/>
          <p:nvPr/>
        </p:nvSpPr>
        <p:spPr>
          <a:xfrm>
            <a:off x="7943850" y="3829050"/>
            <a:ext cx="2143125" cy="2143125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03" name="P103"/>
          <p:cNvSpPr/>
          <p:nvPr/>
        </p:nvSpPr>
        <p:spPr>
          <a:xfrm>
            <a:off x="9505950" y="3714750"/>
            <a:ext cx="2400300" cy="21526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0a"/>
          </a:solidFill>
        </p:spPr>
      </p:sp>
      <p:sp>
        <p:nvSpPr>
          <p:cNvPr id="104" name="T104"/>
          <p:cNvSpPr txBox="1"/>
          <p:nvPr/>
        </p:nvSpPr>
        <p:spPr>
          <a:xfrm>
            <a:off x="742950" y="1476375"/>
            <a:ext cx="5504705" cy="1228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450" b="1">
                <a:solidFill>
                  <a:srgbClr val="1a1a1a"/>
                </a:solidFill>
                <a:latin typeface="Zen Kaku Gothic New"/>
                <a:ea typeface="Zen Kaku Gothic New"/>
              </a:rPr>
              <a:t>小さな展示を、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742950" y="2377380"/>
            <a:ext cx="3145631" cy="1228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450" b="1">
                <a:solidFill>
                  <a:srgbClr val="1a1a1a"/>
                </a:solidFill>
                <a:latin typeface="Zen Kaku Gothic New"/>
                <a:ea typeface="Zen Kaku Gothic New"/>
              </a:rPr>
              <a:t>ひとつの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742950" y="3278385"/>
            <a:ext cx="3145631" cy="1228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6450" b="1">
                <a:solidFill>
                  <a:srgbClr val="1a1a1a"/>
                </a:solidFill>
                <a:latin typeface="Zen Kaku Gothic New"/>
                <a:ea typeface="Zen Kaku Gothic New"/>
              </a:rPr>
              <a:t>体験に。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19150" y="4991100"/>
            <a:ext cx="2014686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250">
                <a:solidFill>
                  <a:srgbClr val="1a1a1a"/>
                </a:solidFill>
                <a:latin typeface="BIZ UDPMincho"/>
                <a:ea typeface="BIZ UDPMincho"/>
              </a:rPr>
              <a:t>作品だけでなく、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19150" y="5434012"/>
            <a:ext cx="22891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250">
                <a:solidFill>
                  <a:srgbClr val="1a1a1a"/>
                </a:solidFill>
                <a:latin typeface="BIZ UDPMincho"/>
                <a:ea typeface="BIZ UDPMincho"/>
              </a:rPr>
              <a:t>出会い方もつくる。</a:t>
            </a:r>
          </a:p>
        </p:txBody>
      </p:sp>
      <p:sp>
        <p:nvSpPr>
          <p:cNvPr id="109" name="L109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10" name="T110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1150649" y="6324600"/>
            <a:ext cx="2793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4" name="R114"/>
          <p:cNvSpPr/>
          <p:nvPr/>
        </p:nvSpPr>
        <p:spPr>
          <a:xfrm>
            <a:off x="857250" y="2724150"/>
            <a:ext cx="2238375" cy="2238375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15" name="C115"/>
          <p:cNvSpPr/>
          <p:nvPr/>
        </p:nvSpPr>
        <p:spPr>
          <a:xfrm>
            <a:off x="4638675" y="2400300"/>
            <a:ext cx="2876550" cy="287655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16" name="P116"/>
          <p:cNvSpPr/>
          <p:nvPr/>
        </p:nvSpPr>
        <p:spPr>
          <a:xfrm>
            <a:off x="8524875" y="2647950"/>
            <a:ext cx="2667000" cy="23145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0a"/>
          </a:solidFill>
        </p:spPr>
      </p:sp>
      <p:sp>
        <p:nvSpPr>
          <p:cNvPr id="117" name="L117"/>
          <p:cNvSpPr/>
          <p:nvPr/>
        </p:nvSpPr>
        <p:spPr>
          <a:xfrm>
            <a:off x="3095625" y="3838575"/>
            <a:ext cx="1543050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18" name="L118"/>
          <p:cNvSpPr/>
          <p:nvPr/>
        </p:nvSpPr>
        <p:spPr>
          <a:xfrm>
            <a:off x="7515225" y="3838575"/>
            <a:ext cx="1647825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19" name="T119"/>
          <p:cNvSpPr txBox="1"/>
          <p:nvPr/>
        </p:nvSpPr>
        <p:spPr>
          <a:xfrm>
            <a:off x="762000" y="1247775"/>
            <a:ext cx="6894611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350" b="1">
                <a:solidFill>
                  <a:srgbClr val="1a1a1a"/>
                </a:solidFill>
                <a:latin typeface="Zen Kaku Gothic New"/>
                <a:ea typeface="Zen Kaku Gothic New"/>
              </a:rPr>
              <a:t>作品・場所・言葉を、つなぐ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371600" y="3533775"/>
            <a:ext cx="819150" cy="614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225">
                <a:solidFill>
                  <a:srgbClr val="f4f0e8"/>
                </a:solidFill>
                <a:latin typeface="BIZ UDPMincho"/>
                <a:ea typeface="BIZ UDPMincho"/>
              </a:rPr>
              <a:t>場所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5629275" y="3543300"/>
            <a:ext cx="819150" cy="614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225">
                <a:solidFill>
                  <a:srgbClr val="f4f0e8"/>
                </a:solidFill>
                <a:latin typeface="BIZ UDPMincho"/>
                <a:ea typeface="BIZ UDPMincho"/>
              </a:rPr>
              <a:t>作品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9401175" y="3819525"/>
            <a:ext cx="819150" cy="614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225">
                <a:solidFill>
                  <a:srgbClr val="1a1a1a"/>
                </a:solidFill>
                <a:latin typeface="BIZ UDPMincho"/>
                <a:ea typeface="BIZ UDPMincho"/>
              </a:rPr>
              <a:t>言葉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809625" y="5638800"/>
            <a:ext cx="4866382" cy="442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325">
                <a:solidFill>
                  <a:srgbClr val="1a1a1a"/>
                </a:solidFill>
                <a:latin typeface="BIZ UDPMincho"/>
                <a:ea typeface="BIZ UDPMincho"/>
              </a:rPr>
              <a:t>配置と案内が、作品との距離を決める。</a:t>
            </a:r>
          </a:p>
        </p:txBody>
      </p:sp>
      <p:sp>
        <p:nvSpPr>
          <p:cNvPr id="124" name="L124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25" name="T125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1113442" y="6324600"/>
            <a:ext cx="316557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9" name="C129"/>
          <p:cNvSpPr/>
          <p:nvPr/>
        </p:nvSpPr>
        <p:spPr>
          <a:xfrm>
            <a:off x="1009650" y="2486025"/>
            <a:ext cx="1257300" cy="125730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30" name="R130"/>
          <p:cNvSpPr/>
          <p:nvPr/>
        </p:nvSpPr>
        <p:spPr>
          <a:xfrm>
            <a:off x="3943350" y="2486025"/>
            <a:ext cx="1257300" cy="1257300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31" name="C131"/>
          <p:cNvSpPr/>
          <p:nvPr/>
        </p:nvSpPr>
        <p:spPr>
          <a:xfrm>
            <a:off x="6877050" y="2486025"/>
            <a:ext cx="1257300" cy="125730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32" name="P132"/>
          <p:cNvSpPr/>
          <p:nvPr/>
        </p:nvSpPr>
        <p:spPr>
          <a:xfrm>
            <a:off x="9553575" y="2390775"/>
            <a:ext cx="1676400" cy="14382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d60a"/>
          </a:solidFill>
        </p:spPr>
      </p:sp>
      <p:sp>
        <p:nvSpPr>
          <p:cNvPr id="133" name="L133"/>
          <p:cNvSpPr/>
          <p:nvPr/>
        </p:nvSpPr>
        <p:spPr>
          <a:xfrm>
            <a:off x="2266950" y="3114675"/>
            <a:ext cx="1524000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34" name="P134"/>
          <p:cNvSpPr/>
          <p:nvPr/>
        </p:nvSpPr>
        <p:spPr>
          <a:xfrm>
            <a:off x="3695700" y="3000375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a1a1a"/>
          </a:solidFill>
        </p:spPr>
      </p:sp>
      <p:sp>
        <p:nvSpPr>
          <p:cNvPr id="135" name="L135"/>
          <p:cNvSpPr/>
          <p:nvPr/>
        </p:nvSpPr>
        <p:spPr>
          <a:xfrm>
            <a:off x="5200650" y="3114675"/>
            <a:ext cx="1524000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36" name="P136"/>
          <p:cNvSpPr/>
          <p:nvPr/>
        </p:nvSpPr>
        <p:spPr>
          <a:xfrm>
            <a:off x="6629400" y="3000375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a1a1a"/>
          </a:solidFill>
        </p:spPr>
      </p:sp>
      <p:sp>
        <p:nvSpPr>
          <p:cNvPr id="137" name="L137"/>
          <p:cNvSpPr/>
          <p:nvPr/>
        </p:nvSpPr>
        <p:spPr>
          <a:xfrm>
            <a:off x="8134350" y="3114675"/>
            <a:ext cx="1257300" cy="9525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38" name="P138"/>
          <p:cNvSpPr/>
          <p:nvPr/>
        </p:nvSpPr>
        <p:spPr>
          <a:xfrm>
            <a:off x="9296400" y="3000375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a1a1a"/>
          </a:solidFill>
        </p:spPr>
      </p:sp>
      <p:sp>
        <p:nvSpPr>
          <p:cNvPr id="139" name="T139"/>
          <p:cNvSpPr txBox="1"/>
          <p:nvPr/>
        </p:nvSpPr>
        <p:spPr>
          <a:xfrm>
            <a:off x="762000" y="1238250"/>
            <a:ext cx="6583709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5400" b="1">
                <a:solidFill>
                  <a:srgbClr val="1a1a1a"/>
                </a:solidFill>
                <a:latin typeface="Zen Kaku Gothic New"/>
                <a:ea typeface="Zen Kaku Gothic New"/>
              </a:rPr>
              <a:t>入口から、余韻まで。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444823" y="4171950"/>
            <a:ext cx="386804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Manrope"/>
                <a:ea typeface="Manrope"/>
              </a:rPr>
              <a:t>01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1299864" y="4638675"/>
            <a:ext cx="676721" cy="52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75" b="1">
                <a:solidFill>
                  <a:srgbClr val="1a1a1a"/>
                </a:solidFill>
                <a:latin typeface="Zen Kaku Gothic New"/>
                <a:ea typeface="Zen Kaku Gothic New"/>
              </a:rPr>
              <a:t>入口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028997" y="5248275"/>
            <a:ext cx="121845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ひとこと案内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378523" y="4171950"/>
            <a:ext cx="386804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Manrope"/>
                <a:ea typeface="Manrope"/>
              </a:rPr>
              <a:t>02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233564" y="4638675"/>
            <a:ext cx="676721" cy="52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75" b="1">
                <a:solidFill>
                  <a:srgbClr val="1a1a1a"/>
                </a:solidFill>
                <a:latin typeface="Zen Kaku Gothic New"/>
                <a:ea typeface="Zen Kaku Gothic New"/>
              </a:rPr>
              <a:t>見る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3914626" y="5248275"/>
            <a:ext cx="131459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作品を比べる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7312223" y="4171950"/>
            <a:ext cx="386804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Manrope"/>
                <a:ea typeface="Manrope"/>
              </a:rPr>
              <a:t>03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7167264" y="4638675"/>
            <a:ext cx="676721" cy="52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75" b="1">
                <a:solidFill>
                  <a:srgbClr val="1a1a1a"/>
                </a:solidFill>
                <a:latin typeface="Zen Kaku Gothic New"/>
                <a:ea typeface="Zen Kaku Gothic New"/>
              </a:rPr>
              <a:t>話す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6752332" y="5248275"/>
            <a:ext cx="150658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短い問いを置く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0198298" y="4171950"/>
            <a:ext cx="386804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Manrope"/>
                <a:ea typeface="Manrope"/>
              </a:rPr>
              <a:t>04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715053" y="4638675"/>
            <a:ext cx="1353442" cy="52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75" b="1">
                <a:solidFill>
                  <a:srgbClr val="1a1a1a"/>
                </a:solidFill>
                <a:latin typeface="Zen Kaku Gothic New"/>
                <a:ea typeface="Zen Kaku Gothic New"/>
              </a:rPr>
              <a:t>持ち帰る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518451" y="5248275"/>
            <a:ext cx="174664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次の一歩を添える</a:t>
            </a:r>
          </a:p>
        </p:txBody>
      </p:sp>
      <p:sp>
        <p:nvSpPr>
          <p:cNvPr id="152" name="L152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53" name="T153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1116716" y="6324600"/>
            <a:ext cx="313283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7" name="L157"/>
          <p:cNvSpPr/>
          <p:nvPr/>
        </p:nvSpPr>
        <p:spPr>
          <a:xfrm>
            <a:off x="2828925" y="2495550"/>
            <a:ext cx="9525" cy="3143250"/>
          </a:xfrm>
          <a:prstGeom prst="line">
            <a:avLst/>
          </a:prstGeom>
          <a:noFill/>
          <a:ln w="25400">
            <a:solidFill>
              <a:srgbClr val="1a1a1a"/>
            </a:solidFill>
          </a:ln>
        </p:spPr>
      </p:sp>
      <p:sp>
        <p:nvSpPr>
          <p:cNvPr id="158" name="T158"/>
          <p:cNvSpPr txBox="1"/>
          <p:nvPr/>
        </p:nvSpPr>
        <p:spPr>
          <a:xfrm>
            <a:off x="762000" y="1209675"/>
            <a:ext cx="7132439" cy="928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4875" b="1">
                <a:solidFill>
                  <a:srgbClr val="1a1a1a"/>
                </a:solidFill>
                <a:latin typeface="Zen Kaku Gothic New"/>
                <a:ea typeface="Zen Kaku Gothic New"/>
              </a:rPr>
              <a:t>準備は、四つの区切りで。</a:t>
            </a:r>
          </a:p>
        </p:txBody>
      </p:sp>
      <p:sp>
        <p:nvSpPr>
          <p:cNvPr id="159" name="R159"/>
          <p:cNvSpPr/>
          <p:nvPr/>
        </p:nvSpPr>
        <p:spPr>
          <a:xfrm>
            <a:off x="2724150" y="2438400"/>
            <a:ext cx="219075" cy="219075"/>
          </a:xfrm>
          <a:prstGeom prst="rect">
            <a:avLst/>
          </a:prstGeom>
          <a:solidFill>
            <a:srgbClr val="d62828"/>
          </a:solidFill>
        </p:spPr>
      </p:sp>
      <p:sp>
        <p:nvSpPr>
          <p:cNvPr id="160" name="T160"/>
          <p:cNvSpPr txBox="1"/>
          <p:nvPr/>
        </p:nvSpPr>
        <p:spPr>
          <a:xfrm>
            <a:off x="742950" y="2419350"/>
            <a:ext cx="854719" cy="671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525" b="1">
                <a:solidFill>
                  <a:srgbClr val="1a1a1a"/>
                </a:solidFill>
                <a:latin typeface="Manrope"/>
                <a:ea typeface="Manrope"/>
              </a:rPr>
              <a:t>-4W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3400425" y="2343150"/>
            <a:ext cx="1920329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Zen Kaku Gothic New"/>
                <a:ea typeface="Zen Kaku Gothic New"/>
              </a:rPr>
              <a:t>作品とテーマ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3400425" y="2762250"/>
            <a:ext cx="2784574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展示する理由をひとつに絞る</a:t>
            </a:r>
          </a:p>
        </p:txBody>
      </p:sp>
      <p:sp>
        <p:nvSpPr>
          <p:cNvPr id="163" name="R163"/>
          <p:cNvSpPr/>
          <p:nvPr/>
        </p:nvSpPr>
        <p:spPr>
          <a:xfrm>
            <a:off x="2724150" y="3314700"/>
            <a:ext cx="219075" cy="219075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64" name="T164"/>
          <p:cNvSpPr txBox="1"/>
          <p:nvPr/>
        </p:nvSpPr>
        <p:spPr>
          <a:xfrm>
            <a:off x="742950" y="3295650"/>
            <a:ext cx="854719" cy="671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525" b="1">
                <a:solidFill>
                  <a:srgbClr val="1a1a1a"/>
                </a:solidFill>
                <a:latin typeface="Manrope"/>
                <a:ea typeface="Manrope"/>
              </a:rPr>
              <a:t>-3W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3400425" y="3219450"/>
            <a:ext cx="1920329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Zen Kaku Gothic New"/>
                <a:ea typeface="Zen Kaku Gothic New"/>
              </a:rPr>
              <a:t>配置とことば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3400425" y="3638550"/>
            <a:ext cx="2828032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見せる順番と案内を合わせる</a:t>
            </a:r>
          </a:p>
        </p:txBody>
      </p:sp>
      <p:sp>
        <p:nvSpPr>
          <p:cNvPr id="167" name="R167"/>
          <p:cNvSpPr/>
          <p:nvPr/>
        </p:nvSpPr>
        <p:spPr>
          <a:xfrm>
            <a:off x="2724150" y="4191000"/>
            <a:ext cx="219075" cy="219075"/>
          </a:xfrm>
          <a:prstGeom prst="rect">
            <a:avLst/>
          </a:prstGeom>
          <a:solidFill>
            <a:srgbClr val="d62828"/>
          </a:solidFill>
        </p:spPr>
      </p:sp>
      <p:sp>
        <p:nvSpPr>
          <p:cNvPr id="168" name="T168"/>
          <p:cNvSpPr txBox="1"/>
          <p:nvPr/>
        </p:nvSpPr>
        <p:spPr>
          <a:xfrm>
            <a:off x="742950" y="4171950"/>
            <a:ext cx="854719" cy="671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525" b="1">
                <a:solidFill>
                  <a:srgbClr val="1a1a1a"/>
                </a:solidFill>
                <a:latin typeface="Manrope"/>
                <a:ea typeface="Manrope"/>
              </a:rPr>
              <a:t>-1W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3400425" y="4095750"/>
            <a:ext cx="1600348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Zen Kaku Gothic New"/>
                <a:ea typeface="Zen Kaku Gothic New"/>
              </a:rPr>
              <a:t>実物で通す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3400425" y="4514850"/>
            <a:ext cx="286003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作品・照明・導線を並べて歩く</a:t>
            </a:r>
          </a:p>
        </p:txBody>
      </p:sp>
      <p:sp>
        <p:nvSpPr>
          <p:cNvPr id="171" name="R171"/>
          <p:cNvSpPr/>
          <p:nvPr/>
        </p:nvSpPr>
        <p:spPr>
          <a:xfrm>
            <a:off x="2724150" y="5067300"/>
            <a:ext cx="219075" cy="219075"/>
          </a:xfrm>
          <a:prstGeom prst="rect">
            <a:avLst/>
          </a:prstGeom>
          <a:solidFill>
            <a:srgbClr val="ffd60a"/>
          </a:solidFill>
        </p:spPr>
      </p:sp>
      <p:sp>
        <p:nvSpPr>
          <p:cNvPr id="172" name="T172"/>
          <p:cNvSpPr txBox="1"/>
          <p:nvPr/>
        </p:nvSpPr>
        <p:spPr>
          <a:xfrm>
            <a:off x="742950" y="5048250"/>
            <a:ext cx="1129605" cy="671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3525" b="1">
                <a:solidFill>
                  <a:srgbClr val="1a1a1a"/>
                </a:solidFill>
                <a:latin typeface="Manrope"/>
                <a:ea typeface="Manrope"/>
              </a:rPr>
              <a:t>DAY 0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3400425" y="4972050"/>
            <a:ext cx="1600348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625" b="1">
                <a:solidFill>
                  <a:srgbClr val="1a1a1a"/>
                </a:solidFill>
                <a:latin typeface="Zen Kaku Gothic New"/>
                <a:ea typeface="Zen Kaku Gothic New"/>
              </a:rPr>
              <a:t>小さく開く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3400425" y="5391150"/>
            <a:ext cx="28003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800">
                <a:solidFill>
                  <a:srgbClr val="1a1a1a"/>
                </a:solidFill>
                <a:latin typeface="BIZ UDPMincho"/>
                <a:ea typeface="BIZ UDPMincho"/>
              </a:rPr>
              <a:t>反応を聞き、次の展示へ残す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762000" y="5886450"/>
            <a:ext cx="349121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650">
                <a:solidFill>
                  <a:srgbClr val="1a1a1a"/>
                </a:solidFill>
                <a:latin typeface="BIZ UDPMincho"/>
                <a:ea typeface="BIZ UDPMincho"/>
              </a:rPr>
              <a:t>開場日から逆算した、相対的な準備案。</a:t>
            </a:r>
          </a:p>
        </p:txBody>
      </p:sp>
      <p:sp>
        <p:nvSpPr>
          <p:cNvPr id="176" name="L176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77" name="T177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11110763" y="6324600"/>
            <a:ext cx="319236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1" name="R181"/>
          <p:cNvSpPr/>
          <p:nvPr/>
        </p:nvSpPr>
        <p:spPr>
          <a:xfrm>
            <a:off x="8382000" y="1800225"/>
            <a:ext cx="2847975" cy="2847975"/>
          </a:xfrm>
          <a:prstGeom prst="rect">
            <a:avLst/>
          </a:prstGeom>
          <a:solidFill>
            <a:srgbClr val="ffd60a"/>
          </a:solidFill>
        </p:spPr>
      </p:sp>
      <p:sp>
        <p:nvSpPr>
          <p:cNvPr id="182" name="C182"/>
          <p:cNvSpPr/>
          <p:nvPr/>
        </p:nvSpPr>
        <p:spPr>
          <a:xfrm>
            <a:off x="8305800" y="3762375"/>
            <a:ext cx="1847850" cy="1847850"/>
          </a:xfrm>
          <a:prstGeom prst="ellipse">
            <a:avLst/>
          </a:prstGeom>
          <a:solidFill>
            <a:srgbClr val="d62828"/>
          </a:solidFill>
        </p:spPr>
      </p:sp>
      <p:sp>
        <p:nvSpPr>
          <p:cNvPr id="183" name="R183"/>
          <p:cNvSpPr/>
          <p:nvPr/>
        </p:nvSpPr>
        <p:spPr>
          <a:xfrm>
            <a:off x="10382250" y="3857625"/>
            <a:ext cx="1123950" cy="1762125"/>
          </a:xfrm>
          <a:prstGeom prst="rect">
            <a:avLst/>
          </a:prstGeom>
          <a:solidFill>
            <a:srgbClr val="003049"/>
          </a:solidFill>
        </p:spPr>
      </p:sp>
      <p:sp>
        <p:nvSpPr>
          <p:cNvPr id="184" name="T184"/>
          <p:cNvSpPr txBox="1"/>
          <p:nvPr/>
        </p:nvSpPr>
        <p:spPr>
          <a:xfrm>
            <a:off x="762000" y="1304925"/>
            <a:ext cx="3611909" cy="1128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5925" b="1">
                <a:solidFill>
                  <a:srgbClr val="1a1a1a"/>
                </a:solidFill>
                <a:latin typeface="Zen Kaku Gothic New"/>
                <a:ea typeface="Zen Kaku Gothic New"/>
              </a:rPr>
              <a:t>開く前に、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2132558"/>
            <a:ext cx="5056733" cy="1128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5925" b="1">
                <a:solidFill>
                  <a:srgbClr val="1a1a1a"/>
                </a:solidFill>
                <a:latin typeface="Zen Kaku Gothic New"/>
                <a:ea typeface="Zen Kaku Gothic New"/>
              </a:rPr>
              <a:t>一度だけ歩く。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819150" y="3838575"/>
            <a:ext cx="1906637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00">
                <a:solidFill>
                  <a:srgbClr val="1a1a1a"/>
                </a:solidFill>
                <a:latin typeface="BIZ UDPMincho"/>
                <a:ea typeface="BIZ UDPMincho"/>
              </a:rPr>
              <a:t>入口の言葉。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819150" y="4370040"/>
            <a:ext cx="1532929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00">
                <a:solidFill>
                  <a:srgbClr val="1a1a1a"/>
                </a:solidFill>
                <a:latin typeface="BIZ UDPMincho"/>
                <a:ea typeface="BIZ UDPMincho"/>
              </a:rPr>
              <a:t>見る順番。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819150" y="4901505"/>
            <a:ext cx="2362646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2700">
                <a:solidFill>
                  <a:srgbClr val="1a1a1a"/>
                </a:solidFill>
                <a:latin typeface="BIZ UDPMincho"/>
                <a:ea typeface="BIZ UDPMincho"/>
              </a:rPr>
              <a:t>出口のひとこと。</a:t>
            </a:r>
          </a:p>
        </p:txBody>
      </p:sp>
      <p:sp>
        <p:nvSpPr>
          <p:cNvPr id="189" name="L189"/>
          <p:cNvSpPr/>
          <p:nvPr/>
        </p:nvSpPr>
        <p:spPr>
          <a:xfrm>
            <a:off x="762000" y="266700"/>
            <a:ext cx="10668000" cy="9525"/>
          </a:xfrm>
          <a:prstGeom prst="line">
            <a:avLst/>
          </a:prstGeom>
          <a:noFill/>
          <a:ln w="12700">
            <a:solidFill>
              <a:srgbClr val="1a1a1a"/>
            </a:solidFill>
          </a:ln>
        </p:spPr>
      </p:sp>
      <p:sp>
        <p:nvSpPr>
          <p:cNvPr id="190" name="T190"/>
          <p:cNvSpPr txBox="1"/>
          <p:nvPr/>
        </p:nvSpPr>
        <p:spPr>
          <a:xfrm>
            <a:off x="762000" y="400050"/>
            <a:ext cx="2169021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 b="1">
                <a:solidFill>
                  <a:srgbClr val="d62828"/>
                </a:solidFill>
                <a:latin typeface="Manrope"/>
                <a:ea typeface="Manrope"/>
              </a:rPr>
              <a:t>EXHIBITION / CONCEPT</a:t>
            </a:r>
          </a:p>
        </p:txBody>
      </p:sp>
      <p:sp>
        <p:nvSpPr>
          <p:cNvPr id="191" name="T191"/>
          <p:cNvSpPr txBox="1"/>
          <p:nvPr/>
        </p:nvSpPr>
        <p:spPr>
          <a:xfrm>
            <a:off x="9585870" y="400050"/>
            <a:ext cx="184412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975">
                <a:solidFill>
                  <a:srgbClr val="1a1a1a"/>
                </a:solidFill>
                <a:latin typeface="Manrope"/>
                <a:ea typeface="Manrope"/>
              </a:rPr>
              <a:t>BAUHAUS BLOCK / JA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762000" y="6343650"/>
            <a:ext cx="3061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200">
                <a:solidFill>
                  <a:srgbClr val="5a5a5a"/>
                </a:solidFill>
                <a:latin typeface="BIZ UDPMincho"/>
                <a:ea typeface="BIZ UDPMincho"/>
              </a:rPr>
              <a:t>仮想の展示企画 / 日時・会場・参加条件は未定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11117163" y="6324600"/>
            <a:ext cx="312836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r>
              <a:rPr lang="zh-CN" dirty="0" sz="1950" b="1">
                <a:solidFill>
                  <a:srgbClr val="1a1a1a"/>
                </a:solidFill>
                <a:latin typeface="Manrope"/>
                <a:ea typeface="Manrope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