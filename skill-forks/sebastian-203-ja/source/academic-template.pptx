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1508760"/>
            <a:ext cx="6217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B3A5B"/>
                </a:solidFill>
                <a:latin typeface="Arial"/>
              </a:rPr>
              <a:t>Academic Review Title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2148840"/>
            <a:ext cx="7498079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202A33"/>
                </a:solidFill>
                <a:latin typeface="Arial"/>
              </a:rPr>
              <a:t>Mechanism, Structure, Modeling, Control, and Applications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680960" y="1325880"/>
            <a:ext cx="3474720" cy="2011680"/>
          </a:xfrm>
          <a:prstGeom prst="rect">
            <a:avLst/>
          </a:prstGeom>
          <a:solidFill>
            <a:srgbClr val="F4F8F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58200" y="2176272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D6B78"/>
                </a:solidFill>
                <a:latin typeface="Arial"/>
              </a:rPr>
              <a:t>Figure Placeholder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507492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D6B78"/>
                </a:solidFill>
                <a:latin typeface="Arial"/>
              </a:rPr>
              <a:t>Presenter / Affiliation / Date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5D6B78"/>
                </a:solidFill>
                <a:latin typeface="Arial"/>
              </a:rPr>
              <a:t>Academic Review Decksmith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18288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5D6B78"/>
                </a:solidFill>
                <a:latin typeface="Arial"/>
              </a:rPr>
              <a:t>Section Name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66928"/>
            <a:ext cx="8778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0B3A5B"/>
                </a:solidFill>
                <a:latin typeface="Arial"/>
              </a:rPr>
              <a:t>Slide Title: One Technical Claim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069848"/>
            <a:ext cx="10972800" cy="27432"/>
          </a:xfrm>
          <a:prstGeom prst="rect">
            <a:avLst/>
          </a:prstGeom>
          <a:solidFill>
            <a:srgbClr val="1D70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B3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01968"/>
            <a:ext cx="77724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20" b="0">
                <a:solidFill>
                  <a:srgbClr val="FFFFFF"/>
                </a:solidFill>
                <a:latin typeface="Arial"/>
              </a:rPr>
              <a:t>Academic review presentation | source-aware figures, formulas, and QA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583680"/>
            <a:ext cx="4114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FFFFFF"/>
                </a:solidFill>
                <a:latin typeface="Arial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298448"/>
            <a:ext cx="10789920" cy="292608"/>
          </a:xfrm>
          <a:prstGeom prst="rect">
            <a:avLst/>
          </a:prstGeom>
          <a:solidFill>
            <a:srgbClr val="0B3A5B"/>
          </a:solidFill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Arial"/>
              </a:rPr>
              <a:t>Core claim sentence goes here.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1874519"/>
            <a:ext cx="438912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202A33"/>
                </a:solidFill>
                <a:latin typeface="Arial"/>
              </a:rPr>
              <a:t>• Evidence point tied to a source, variable, method, or metric.
• Avoid decorative terms; explain what the figure or formula means.
• Keep source labels traceable.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15000" y="1783080"/>
            <a:ext cx="4937760" cy="2468880"/>
          </a:xfrm>
          <a:prstGeom prst="rect">
            <a:avLst/>
          </a:prstGeom>
          <a:solidFill>
            <a:srgbClr val="F4F8FB"/>
          </a:solidFill>
          <a:ln>
            <a:solidFill>
              <a:srgbClr val="C9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03720" y="278892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5D6B78"/>
                </a:solidFill>
                <a:latin typeface="Arial"/>
              </a:rPr>
              <a:t>Image / diagram / table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5257800"/>
            <a:ext cx="10607040" cy="530352"/>
          </a:xfrm>
          <a:prstGeom prst="rect">
            <a:avLst/>
          </a:prstGeom>
          <a:solidFill>
            <a:srgbClr val="F4F8FB"/>
          </a:solidFill>
          <a:ln>
            <a:solidFill>
              <a:srgbClr val="1D70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2" y="5404104"/>
            <a:ext cx="9875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202A33"/>
                </a:solidFill>
                <a:latin typeface="Arial"/>
              </a:rPr>
              <a:t>Read the figure: explain what the audience should compare and why it supports the claim.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