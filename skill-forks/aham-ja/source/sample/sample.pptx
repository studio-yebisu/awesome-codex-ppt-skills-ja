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架空の働き方ワークショップ案です。朝の20分は例示の配置で、効果を実証した方法ではありません。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3分で一つ選び、10分取り組み、5分でメモし、2分で次を残す案です。合計20分。仕事の条件に合わせて調整します。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2452" y="570071"/>
            <a:ext cx="76526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朝作業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185" y="2599372"/>
            <a:ext cx="5302202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朝の作業ワークショップ案</a:t>
            </a:r>
          </a:p>
        </p:txBody>
      </p:sp>
      <p:sp>
        <p:nvSpPr>
          <p:cNvPr id="6" name="Rectangle 6"/>
          <p:cNvSpPr/>
          <p:nvPr/>
        </p:nvSpPr>
        <p:spPr>
          <a:xfrm>
            <a:off x="400050" y="3790950"/>
            <a:ext cx="1104900" cy="381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8153400" y="2628900"/>
            <a:ext cx="9525" cy="2095500"/>
          </a:xfrm>
          <a:custGeom>
            <a:avLst/>
            <a:gdLst/>
            <a:ahLst/>
            <a:cxnLst/>
            <a:rect l="l" t="t" r="r" b="b"/>
            <a:pathLst>
              <a:path w="952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83918" y="2714149"/>
            <a:ext cx="3384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目次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0" y="3147060"/>
            <a:ext cx="242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99208" y="3138964"/>
            <a:ext cx="85291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時間配分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0" y="3547110"/>
            <a:ext cx="265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9208" y="3539014"/>
            <a:ext cx="97760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作業の入口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81060" y="3947160"/>
            <a:ext cx="265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9208" y="3939064"/>
            <a:ext cx="15930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四週間の試行計画</a:t>
            </a:r>
          </a:p>
        </p:txBody>
      </p:sp>
      <p:sp>
        <p:nvSpPr>
          <p:cNvPr id="15" name="Line 15"/>
          <p:cNvSpPr/>
          <p:nvPr/>
        </p:nvSpPr>
        <p:spPr>
          <a:xfrm>
            <a:off x="381000" y="6172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68618" y="6390799"/>
            <a:ext cx="39033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架空のワークショップ案。時間配分は例示で、効果は測定していない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75801" y="6390799"/>
            <a:ext cx="7475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試行前の案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5518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時間配分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39107" y="131445"/>
            <a:ext cx="4833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朝作業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59115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サンプル行程は選択から記録までを分ける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1809750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0" name="TextBox 10"/>
          <p:cNvSpPr txBox="1"/>
          <p:nvPr/>
        </p:nvSpPr>
        <p:spPr>
          <a:xfrm>
            <a:off x="1735833" y="1299210"/>
            <a:ext cx="1478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3172778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2" name="TextBox 12"/>
          <p:cNvSpPr txBox="1"/>
          <p:nvPr/>
        </p:nvSpPr>
        <p:spPr>
          <a:xfrm>
            <a:off x="3098860" y="1299210"/>
            <a:ext cx="1478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3</a:t>
            </a:r>
          </a:p>
        </p:txBody>
      </p:sp>
      <p:sp>
        <p:nvSpPr>
          <p:cNvPr id="13" name="Line 13"/>
          <p:cNvSpPr/>
          <p:nvPr/>
        </p:nvSpPr>
        <p:spPr>
          <a:xfrm>
            <a:off x="4535805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4" name="TextBox 14"/>
          <p:cNvSpPr txBox="1"/>
          <p:nvPr/>
        </p:nvSpPr>
        <p:spPr>
          <a:xfrm>
            <a:off x="4461888" y="1299210"/>
            <a:ext cx="1478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6</a:t>
            </a:r>
          </a:p>
        </p:txBody>
      </p:sp>
      <p:sp>
        <p:nvSpPr>
          <p:cNvPr id="15" name="Line 15"/>
          <p:cNvSpPr/>
          <p:nvPr/>
        </p:nvSpPr>
        <p:spPr>
          <a:xfrm>
            <a:off x="5898832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6" name="TextBox 16"/>
          <p:cNvSpPr txBox="1"/>
          <p:nvPr/>
        </p:nvSpPr>
        <p:spPr>
          <a:xfrm>
            <a:off x="5824915" y="1299210"/>
            <a:ext cx="1478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9</a:t>
            </a:r>
          </a:p>
        </p:txBody>
      </p:sp>
      <p:sp>
        <p:nvSpPr>
          <p:cNvPr id="17" name="Line 17"/>
          <p:cNvSpPr/>
          <p:nvPr/>
        </p:nvSpPr>
        <p:spPr>
          <a:xfrm>
            <a:off x="7261860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8" name="TextBox 18"/>
          <p:cNvSpPr txBox="1"/>
          <p:nvPr/>
        </p:nvSpPr>
        <p:spPr>
          <a:xfrm>
            <a:off x="7140623" y="1299210"/>
            <a:ext cx="242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12</a:t>
            </a:r>
          </a:p>
        </p:txBody>
      </p:sp>
      <p:sp>
        <p:nvSpPr>
          <p:cNvPr id="19" name="Line 19"/>
          <p:cNvSpPr/>
          <p:nvPr/>
        </p:nvSpPr>
        <p:spPr>
          <a:xfrm>
            <a:off x="8624888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0" name="TextBox 20"/>
          <p:cNvSpPr txBox="1"/>
          <p:nvPr/>
        </p:nvSpPr>
        <p:spPr>
          <a:xfrm>
            <a:off x="8503650" y="1299210"/>
            <a:ext cx="242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15</a:t>
            </a:r>
          </a:p>
        </p:txBody>
      </p:sp>
      <p:sp>
        <p:nvSpPr>
          <p:cNvPr id="21" name="Line 21"/>
          <p:cNvSpPr/>
          <p:nvPr/>
        </p:nvSpPr>
        <p:spPr>
          <a:xfrm>
            <a:off x="9987915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2" name="TextBox 22"/>
          <p:cNvSpPr txBox="1"/>
          <p:nvPr/>
        </p:nvSpPr>
        <p:spPr>
          <a:xfrm>
            <a:off x="9866678" y="1299210"/>
            <a:ext cx="242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6303" y="1875472"/>
            <a:ext cx="8443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作業を選ぶ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809750" y="1862138"/>
            <a:ext cx="1363028" cy="209550"/>
          </a:xfrm>
          <a:prstGeom prst="rect">
            <a:avLst/>
          </a:prstGeom>
          <a:solidFill>
            <a:srgbClr val="9B9B9B"/>
          </a:solidFill>
          <a:ln w="9525">
            <a:solidFill>
              <a:srgbClr val="6E6E6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214688" y="1875472"/>
            <a:ext cx="3409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3分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5882" y="2799398"/>
            <a:ext cx="1154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作業に取り組む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172778" y="2786062"/>
            <a:ext cx="4543425" cy="209550"/>
          </a:xfrm>
          <a:prstGeom prst="rect">
            <a:avLst/>
          </a:prstGeom>
          <a:solidFill>
            <a:srgbClr val="336EE8"/>
          </a:solidFill>
          <a:ln w="9525">
            <a:solidFill>
              <a:srgbClr val="6E6E6E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758112" y="2799398"/>
            <a:ext cx="4355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10分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594" y="3723322"/>
            <a:ext cx="10790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進み具合をメモ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716202" y="3709988"/>
            <a:ext cx="2271712" cy="209550"/>
          </a:xfrm>
          <a:prstGeom prst="rect">
            <a:avLst/>
          </a:prstGeom>
          <a:solidFill>
            <a:srgbClr val="9B9B9B"/>
          </a:solidFill>
          <a:ln w="9525">
            <a:solidFill>
              <a:srgbClr val="6E6E6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029825" y="3723322"/>
            <a:ext cx="3409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5分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5882" y="4647248"/>
            <a:ext cx="1154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次の手順を書く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987915" y="4633912"/>
            <a:ext cx="908685" cy="209550"/>
          </a:xfrm>
          <a:prstGeom prst="rect">
            <a:avLst/>
          </a:prstGeom>
          <a:solidFill>
            <a:srgbClr val="9B9B9B"/>
          </a:solidFill>
          <a:ln w="9525">
            <a:solidFill>
              <a:srgbClr val="6E6E6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0938510" y="4647248"/>
            <a:ext cx="3409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2分</a:t>
            </a:r>
          </a:p>
        </p:txBody>
      </p:sp>
      <p:sp>
        <p:nvSpPr>
          <p:cNvPr id="35" name="Line 35"/>
          <p:cNvSpPr/>
          <p:nvPr/>
        </p:nvSpPr>
        <p:spPr>
          <a:xfrm>
            <a:off x="10896600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36" name="TextBox 36"/>
          <p:cNvSpPr txBox="1"/>
          <p:nvPr/>
        </p:nvSpPr>
        <p:spPr>
          <a:xfrm>
            <a:off x="10764006" y="1299210"/>
            <a:ext cx="265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20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9112" y="6126956"/>
            <a:ext cx="39644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合計20分（3＋10＋5＋2分）。時間配分は例示値</a:t>
            </a:r>
          </a:p>
        </p:txBody>
      </p:sp>
      <p:sp>
        <p:nvSpPr>
          <p:cNvPr id="38" name="Line 3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70522" y="6664166"/>
            <a:ext cx="32976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出典：架空のワークショップ案。時間配分は例示で効果は未測定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75196" y="6664166"/>
            <a:ext cx="3462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2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